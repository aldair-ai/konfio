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18"/>
  </p:notesMasterIdLst>
  <p:handoutMasterIdLst>
    <p:handoutMasterId r:id="rId19"/>
  </p:handoutMasterIdLst>
  <p:sldIdLst>
    <p:sldId id="256" r:id="rId11"/>
    <p:sldId id="257" r:id="rId12"/>
    <p:sldId id="258" r:id="rId13"/>
    <p:sldId id="259" r:id="rId14"/>
    <p:sldId id="260" r:id="rId15"/>
    <p:sldId id="261" r:id="rId16"/>
    <p:sldId id="262" r:id="rId17"/>
    <p:sldId id="263" r:id="rId10"/>
    <p:sldId id="264" r:id="rId9"/>
    <p:sldId id="265" r:id="rId8"/>
    <p:sldId id="266" r:id="rId7"/>
    <p:sldId id="267" r:id="rId6"/>
    <p:sldId id="268" r:id="rId5"/>
    <p:sldId id="269" r:id="rId24"/>
  </p:sldIdLst>
  <p:sldSz cx="12192000" cy="6858000"/>
  <p:notesSz cx="6858000" cy="9144000"/>
  <p:defaultTextStyle>
    <a:defPPr rtl="0">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57" autoAdjust="0"/>
    <p:restoredTop sz="95388" autoAdjust="0"/>
  </p:normalViewPr>
  <p:slideViewPr>
    <p:cSldViewPr snapToGrid="0">
      <p:cViewPr varScale="1">
        <p:scale>
          <a:sx n="100" d="100"/>
          <a:sy n="100" d="100"/>
        </p:scale>
        <p:origin x="84" y="570"/>
      </p:cViewPr>
      <p:guideLst>
        <p:guide pos="3840"/>
        <p:guide orient="horz" pos="2160"/>
      </p:guideLst>
    </p:cSldViewPr>
  </p:slideViewPr>
  <p:outlineViewPr>
    <p:cViewPr>
      <p:scale>
        <a:sx n="33" d="100"/>
        <a:sy n="33" d="100"/>
      </p:scale>
      <p:origin x="0" y="-4320"/>
    </p:cViewPr>
  </p:outlineViewPr>
  <p:notesTextViewPr>
    <p:cViewPr>
      <p:scale>
        <a:sx n="1" d="1"/>
        <a:sy n="1" d="1"/>
      </p:scale>
      <p:origin x="0" y="0"/>
    </p:cViewPr>
  </p:notesTextViewPr>
  <p:sorterViewPr>
    <p:cViewPr>
      <p:scale>
        <a:sx n="100" d="100"/>
        <a:sy n="100" d="100"/>
      </p:scale>
      <p:origin x="0" y="-1757"/>
    </p:cViewPr>
  </p:sorterViewPr>
  <p:notesViewPr>
    <p:cSldViewPr snapToGrid="0">
      <p:cViewPr varScale="1">
        <p:scale>
          <a:sx n="97" d="100"/>
          <a:sy n="97" d="100"/>
        </p:scale>
        <p:origin x="2868" y="7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3.xml"/><Relationship Id="rId6" Type="http://schemas.openxmlformats.org/officeDocument/2006/relationships/slide" Target="slides/slide12.xml"/><Relationship Id="rId7" Type="http://schemas.openxmlformats.org/officeDocument/2006/relationships/slide" Target="slides/slide11.xml"/><Relationship Id="rId8" Type="http://schemas.openxmlformats.org/officeDocument/2006/relationships/slide" Target="slides/slide10.xml"/><Relationship Id="rId9" Type="http://schemas.openxmlformats.org/officeDocument/2006/relationships/slide" Target="slides/slide9.xml"/><Relationship Id="rId10" Type="http://schemas.openxmlformats.org/officeDocument/2006/relationships/slide" Target="slides/slide8.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5F4DCF1-ECAF-F7A7-2FE7-5E8E893BC4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
        <p:nvSpPr>
          <p:cNvPr id="3" name="Marcador de fecha 2">
            <a:extLst>
              <a:ext uri="{FF2B5EF4-FFF2-40B4-BE49-F238E27FC236}">
                <a16:creationId xmlns:a16="http://schemas.microsoft.com/office/drawing/2014/main" id="{2C1330B0-5BAC-7408-8C3C-78D8336840E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2BBF27DE-5C3A-4CCD-8641-61F52695C304}" type="datetime1">
              <a:rPr lang="es-ES" smtClean="0"/>
              <a:t>04/10/2026</a:t>
            </a:fld>
            <a:endParaRPr lang="es-ES" dirty="0"/>
          </a:p>
        </p:txBody>
      </p:sp>
      <p:sp>
        <p:nvSpPr>
          <p:cNvPr id="4" name="Marcador de pie de página 3">
            <a:extLst>
              <a:ext uri="{FF2B5EF4-FFF2-40B4-BE49-F238E27FC236}">
                <a16:creationId xmlns:a16="http://schemas.microsoft.com/office/drawing/2014/main" id="{F0D7EEB3-E0A5-7440-F7ED-F59975ED1E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5" name="Marcador de número de diapositiva 4">
            <a:extLst>
              <a:ext uri="{FF2B5EF4-FFF2-40B4-BE49-F238E27FC236}">
                <a16:creationId xmlns:a16="http://schemas.microsoft.com/office/drawing/2014/main" id="{3F548D11-7466-6432-3BF5-64A1A1FA59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CFA70580-B89C-4157-871D-6B9318EE5F58}" type="slidenum">
              <a:rPr lang="es-ES" smtClean="0"/>
              <a:t>‹Nº›</a:t>
            </a:fld>
            <a:endParaRPr lang="es-ES" dirty="0"/>
          </a:p>
        </p:txBody>
      </p:sp>
    </p:spTree>
    <p:extLst>
      <p:ext uri="{BB962C8B-B14F-4D97-AF65-F5344CB8AC3E}">
        <p14:creationId xmlns:p14="http://schemas.microsoft.com/office/powerpoint/2010/main" val="2943157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A3805A43-B146-455D-9241-6D9C595C938E}" type="datetime1">
              <a:rPr lang="es-ES" smtClean="0"/>
              <a:t>04/10/2026</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s-ES"/>
            </a:defPPr>
          </a:lstStyle>
          <a:p>
            <a:pPr rtl="0"/>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E7AF00E9-A49D-4007-B3B9-A3783809E505}" type="slidenum">
              <a:rPr lang="es-ES" smtClean="0"/>
              <a:t>‹Nº›</a:t>
            </a:fld>
            <a:endParaRPr lang="es-ES" dirty="0"/>
          </a:p>
        </p:txBody>
      </p:sp>
    </p:spTree>
    <p:extLst>
      <p:ext uri="{BB962C8B-B14F-4D97-AF65-F5344CB8AC3E}">
        <p14:creationId xmlns:p14="http://schemas.microsoft.com/office/powerpoint/2010/main" val="22096977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es-ES" sz="1200" kern="1200">
        <a:solidFill>
          <a:schemeClr val="tx1"/>
        </a:solidFill>
        <a:latin typeface="+mn-lt"/>
        <a:ea typeface="+mn-ea"/>
        <a:cs typeface="+mn-cs"/>
      </a:defRPr>
    </a:lvl1pPr>
    <a:lvl2pPr marL="457200" algn="l" defTabSz="914400" rtl="0" eaLnBrk="1" latinLnBrk="0" hangingPunct="1">
      <a:defRPr lang="es-ES" sz="1200" kern="1200">
        <a:solidFill>
          <a:schemeClr val="tx1"/>
        </a:solidFill>
        <a:latin typeface="+mn-lt"/>
        <a:ea typeface="+mn-ea"/>
        <a:cs typeface="+mn-cs"/>
      </a:defRPr>
    </a:lvl2pPr>
    <a:lvl3pPr marL="914400" algn="l" defTabSz="914400" rtl="0" eaLnBrk="1" latinLnBrk="0" hangingPunct="1">
      <a:defRPr lang="es-ES" sz="1200" kern="1200">
        <a:solidFill>
          <a:schemeClr val="tx1"/>
        </a:solidFill>
        <a:latin typeface="+mn-lt"/>
        <a:ea typeface="+mn-ea"/>
        <a:cs typeface="+mn-cs"/>
      </a:defRPr>
    </a:lvl3pPr>
    <a:lvl4pPr marL="1371600" algn="l" defTabSz="914400" rtl="0" eaLnBrk="1" latinLnBrk="0" hangingPunct="1">
      <a:defRPr lang="es-ES" sz="1200" kern="1200">
        <a:solidFill>
          <a:schemeClr val="tx1"/>
        </a:solidFill>
        <a:latin typeface="+mn-lt"/>
        <a:ea typeface="+mn-ea"/>
        <a:cs typeface="+mn-cs"/>
      </a:defRPr>
    </a:lvl4pPr>
    <a:lvl5pPr marL="1828800" algn="l" defTabSz="914400" rtl="0" eaLnBrk="1" latinLnBrk="0" hangingPunct="1">
      <a:defRPr lang="es-ES" sz="1200" kern="1200">
        <a:solidFill>
          <a:schemeClr val="tx1"/>
        </a:solidFill>
        <a:latin typeface="+mn-lt"/>
        <a:ea typeface="+mn-ea"/>
        <a:cs typeface="+mn-cs"/>
      </a:defRPr>
    </a:lvl5pPr>
    <a:lvl6pPr marL="2286000" algn="l" defTabSz="914400" rtl="0" eaLnBrk="1" latinLnBrk="0" hangingPunct="1">
      <a:defRPr lang="es-ES" sz="1200" kern="1200">
        <a:solidFill>
          <a:schemeClr val="tx1"/>
        </a:solidFill>
        <a:latin typeface="+mn-lt"/>
        <a:ea typeface="+mn-ea"/>
        <a:cs typeface="+mn-cs"/>
      </a:defRPr>
    </a:lvl6pPr>
    <a:lvl7pPr marL="2743200" algn="l" defTabSz="914400" rtl="0" eaLnBrk="1" latinLnBrk="0" hangingPunct="1">
      <a:defRPr lang="es-ES" sz="1200" kern="1200">
        <a:solidFill>
          <a:schemeClr val="tx1"/>
        </a:solidFill>
        <a:latin typeface="+mn-lt"/>
        <a:ea typeface="+mn-ea"/>
        <a:cs typeface="+mn-cs"/>
      </a:defRPr>
    </a:lvl7pPr>
    <a:lvl8pPr marL="3200400" algn="l" defTabSz="914400" rtl="0" eaLnBrk="1" latinLnBrk="0" hangingPunct="1">
      <a:defRPr lang="es-ES" sz="1200" kern="1200">
        <a:solidFill>
          <a:schemeClr val="tx1"/>
        </a:solidFill>
        <a:latin typeface="+mn-lt"/>
        <a:ea typeface="+mn-ea"/>
        <a:cs typeface="+mn-cs"/>
      </a:defRPr>
    </a:lvl8pPr>
    <a:lvl9pPr marL="3657600" algn="l" defTabSz="914400" rtl="0" eaLnBrk="1" latinLnBrk="0" hangingPunct="1">
      <a:defRPr lang="es-ES"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Konfio pregunta en la solicitud para qué se usará el crédito, y hoy esa respuesta casi no se aprovecha porque leer miles a mano no escala. Dos etiquetas son señales de riesgo, no (consumo personal) y cred (refinanciamiento): pasarlas por alto deja pasar un riesgo, mientras que una falsa alarma cuesta un minuto de revisión. Elegimos macro F1 para que etiquetas raras como temp, con 2.8% de las respuestas, cuenten igual que inv.</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archivo trae 47 filas menos que el brief y una celda con unos 22 registros pegados por saltos de línea, rastro de una exportación CSV rota; los recuperamos línea por línea porque temp, la etiqueta más rara, no puede perder ejemplos. Cerca de 42% de las filas tenía la codificación rota y se corrigió con ftfy. Los 58 grupos de texto idéntico con etiquetas distintas son la primera evidencia de que parte del error estará en las etiquetas.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desbalance explica dos decisiones: macro F1 como métrica y un umbral distinto por etiqueta, porque con 2.8% de prevalencia temp desaparecería en un promedio por fila. inv no viene en el codebook; asumimos que significa inventario o mercancía, y los textos etiquetados así lo confirman. Que las respuestas sean cortas, con p95 de 35 palabras, anticipa que unas pocas palabras clave deciden la etiqueta.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un mismo texto cae en entrenamiento y en evaluación, el modelo se premia por memorizar; agrupar por texto normalizado lo impide. Lo medimos: con partición por filas, B2 sube de 0.671 a 0.679 de macro F1 en CV, una inflación pequeña pero real (apéndice A2). Todo lo que se ajustó, incluidos el peso de la mezcla y los umbrales, usa solo predicciones out-of-fold de los 5 folds.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familia de modelos recibe su propia rama de preprocesamiento: el transformer ve el texto casi original y TF-IDF ve lemas sin acentos ni stopwords. E9b promedia 50/50 las probabilidades de ambos y aplica un umbral por etiqueta, todo ajustado con predicciones out-of-fold. Las reglas finales garantizan al menos una etiqueta por respuesta y dejan no sola cuando es la más probable.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respuestas son cortas y las deciden palabras como nómina, renta o mercancía, que los embeddings generales difuminan. Con fine-tuning el encoder aprende esas señales y se equivoca en respuestas distintas que TF-IDF: en CV, el e5 es mejor en 1,000 filas y B2 en 695, y por eso la mezcla gana. La tabla completa, con intervalos y los experimentos que no aparecen en la figura, está en el apéndice A1.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test de 988 filas se evaluó una sola vez y confirma el orden de CV: 0.732 en test contra 0.715 estimado en CV. La comparación con la empresa es indicativa, porque su test es otro y probablemente partió por filas, lo que según nuestro chequeo favorece un poco su cifra. Su "precisión promedio de 67%" es ambigua: mean PR-AUC y precisión micro la superan con claridad, y la precisión macro, 0.692 [0.660, 0.723], la supera sin ser concluyente.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E9b mejora a B2 en las 10 etiquetas, con las mayores ganancias en no, crec y sueldo. En temp, muchas respuestas describen financiar el ciclo de cobro (contratos, facturas a 30 a 120 días) y 42% no menciona ni temporada ni ciclo, así que el techo lo pone la definición más que el modelo. Proponemos separar temp en temporada y ciclo de cobro en el codebook.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categoría más grande es de convención: la respuesta nombra varios usos y el modelo y el anotador eligen subconjuntos distintos. La revisión manual coincide con la clasificación automática en 80% de los casos (kappa 0.67), aunque la hizo una sola persona que veía la categoría automática, y por eso los intervalos son amplios. Un patrón pide una decisión de negocio: los anotadores infieren inv por el giro, como en "Invertir en mi tienda de abarrotes"; B2 lo imita y el e5 lo lee literalmente como crecimiento.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en vivo: abrir la demo con make demo, mostrar el ejemplo "Riesgo cred" y luego escribir una respuesta nueva. needs_review se activa cuando alguna probabilidad queda a 0.1 de su umbral o cuando se predice no o cred, porque ambas cambian la decisión de crédito. Los umbrales actuales maximizan F1 y son un punto de partida que el negocio debe fijar según su costo de error, y B2 queda de respaldo cuando importan la latencia o el costo de GPU, a cambio de 0.043 de macro F1 en test.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Definir inv como bienes para reventa e insumos, con los activos durables en equ, ataca la confusión más grande del modelo. Después conviene reetiquetar las filas marcadas por cleanlab, empezando por las de menor calidad, y usar un LLM solo como segundo anotador que señale desacuerdos, nunca como verdad. En producción, el negocio fija la recall objetivo de no y cred y acepta la carga de revisión que implica.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Todos los números son predicciones out-of-fold de CV con intervalos por bootstrap de grupos; el test no participa. E9b [0.703, 0.727] y B2 [0.659, 0.684] no se traslapan, y E9 (0.712) queda cerca de E9b (0.715); E9b además no entrena nada sobre features de etapa 1, así que no le afecta la fuga indirecta que sí tienen los modelos de dos etapas. Los diagnósticos no comparables, como la partición por filas, están en el apéndice A2.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partición por filas, 199 filas de CV tienen un duplicado en otro fold, y temp es la que más se infla, de 0.384 a 0.420. El hash 1f3cf3b6c783 lo escribió la propia corrida de test, y solo lo reproduce una config que ya contenía la selección de E9b. El commit y el tag son posteriores al test: registran el estado, no prueban el orden.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sueldo tiene precisión 0.58 con recall 0.91: si una falsa alarma de nómina es costosa, su umbral debe subir. crec, renta y temp tienen precisión por debajo de 0.65, consistente con definiciones difusas. mkt, equ e inv son las más estables, con PR-AUC arriba de 0.9.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22053C-0E9C-4159-B7C9-6AB74343918D}"/>
              </a:ext>
            </a:extLst>
          </p:cNvPr>
          <p:cNvSpPr>
            <a:spLocks noGrp="1"/>
          </p:cNvSpPr>
          <p:nvPr>
            <p:ph type="title" hasCustomPrompt="1"/>
          </p:nvPr>
        </p:nvSpPr>
        <p:spPr>
          <a:xfrm>
            <a:off x="7018020" y="662937"/>
            <a:ext cx="4624442" cy="5542025"/>
          </a:xfrm>
        </p:spPr>
        <p:txBody>
          <a:bodyPr vert="horz" wrap="square" lIns="0" tIns="0" rIns="0" bIns="0" rtlCol="0" anchor="ctr" anchorCtr="0">
            <a:normAutofit/>
          </a:bodyPr>
          <a:lstStyle>
            <a:lvl1pPr>
              <a:defRPr lang="es-ES" dirty="0"/>
            </a:lvl1pPr>
          </a:lstStyle>
          <a:p>
            <a:pPr lvl="0" rtl="0">
              <a:lnSpc>
                <a:spcPct val="100000"/>
              </a:lnSpc>
            </a:pPr>
            <a:r>
              <a:rPr lang="es-ES"/>
              <a:t>Haga clic para agregar un título</a:t>
            </a:r>
          </a:p>
        </p:txBody>
      </p:sp>
      <p:sp>
        <p:nvSpPr>
          <p:cNvPr id="9" name="Marcador de posición de imagen 8">
            <a:extLst>
              <a:ext uri="{FF2B5EF4-FFF2-40B4-BE49-F238E27FC236}">
                <a16:creationId xmlns:a16="http://schemas.microsoft.com/office/drawing/2014/main" id="{988CE9D0-E6DB-A38D-ED84-A53D0493E6D0}"/>
              </a:ext>
            </a:extLst>
          </p:cNvPr>
          <p:cNvSpPr>
            <a:spLocks noGrp="1"/>
          </p:cNvSpPr>
          <p:nvPr>
            <p:ph type="pic" sz="quarter" idx="13" hasCustomPrompt="1"/>
          </p:nvPr>
        </p:nvSpPr>
        <p:spPr>
          <a:xfrm>
            <a:off x="0" y="0"/>
            <a:ext cx="6267450" cy="6858000"/>
          </a:xfrm>
        </p:spPr>
        <p:txBody>
          <a:bodyPr rtlCol="0">
            <a:normAutofit/>
          </a:bodyPr>
          <a:lstStyle>
            <a:lvl1pPr marL="0" indent="0" algn="ctr">
              <a:buNone/>
              <a:defRPr lang="es-ES" sz="2000"/>
            </a:lvl1pPr>
          </a:lstStyle>
          <a:p>
            <a:pPr rtl="0"/>
            <a:r>
              <a:rPr lang="es-ES"/>
              <a:t>Haga clic en el icono para insertar una imagen</a:t>
            </a:r>
          </a:p>
        </p:txBody>
      </p:sp>
    </p:spTree>
    <p:extLst>
      <p:ext uri="{BB962C8B-B14F-4D97-AF65-F5344CB8AC3E}">
        <p14:creationId xmlns:p14="http://schemas.microsoft.com/office/powerpoint/2010/main" val="2868207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23" name="Grupo 22">
            <a:extLst>
              <a:ext uri="{FF2B5EF4-FFF2-40B4-BE49-F238E27FC236}">
                <a16:creationId xmlns:a16="http://schemas.microsoft.com/office/drawing/2014/main" id="{43C4A872-A473-BFD2-150E-387250C2B4DA}"/>
              </a:ext>
              <a:ext uri="{C183D7F6-B498-43B3-948B-1728B52AA6E4}">
                <adec:decorative xmlns:adec="http://schemas.microsoft.com/office/drawing/2017/decorative" val="1"/>
              </a:ext>
            </a:extLst>
          </p:cNvPr>
          <p:cNvGrpSpPr/>
          <p:nvPr userDrawn="1"/>
        </p:nvGrpSpPr>
        <p:grpSpPr>
          <a:xfrm>
            <a:off x="613998" y="5334748"/>
            <a:ext cx="678135" cy="990000"/>
            <a:chOff x="10490969" y="1448827"/>
            <a:chExt cx="678135" cy="990000"/>
          </a:xfrm>
        </p:grpSpPr>
        <p:sp>
          <p:nvSpPr>
            <p:cNvPr id="24" name="Forma libre: Forma 23">
              <a:extLst>
                <a:ext uri="{FF2B5EF4-FFF2-40B4-BE49-F238E27FC236}">
                  <a16:creationId xmlns:a16="http://schemas.microsoft.com/office/drawing/2014/main" id="{C5C8D53B-A579-BCFA-58E8-C386DABC92CD}"/>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solidFill>
                  <a:schemeClr val="tx1"/>
                </a:solidFill>
              </a:endParaRPr>
            </a:p>
          </p:txBody>
        </p:sp>
        <p:sp>
          <p:nvSpPr>
            <p:cNvPr id="25" name="Elipse 24">
              <a:extLst>
                <a:ext uri="{FF2B5EF4-FFF2-40B4-BE49-F238E27FC236}">
                  <a16:creationId xmlns:a16="http://schemas.microsoft.com/office/drawing/2014/main" id="{23A34CAC-4A03-ADDB-E97F-8675E68FC0B3}"/>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26" name="Elipse 25">
              <a:extLst>
                <a:ext uri="{FF2B5EF4-FFF2-40B4-BE49-F238E27FC236}">
                  <a16:creationId xmlns:a16="http://schemas.microsoft.com/office/drawing/2014/main" id="{0C733506-2F0D-8F31-52D1-5244F04A706B}"/>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27" name="Forma libre: Forma 26">
              <a:extLst>
                <a:ext uri="{FF2B5EF4-FFF2-40B4-BE49-F238E27FC236}">
                  <a16:creationId xmlns:a16="http://schemas.microsoft.com/office/drawing/2014/main" id="{29356E3D-E14C-9C43-7CE4-A7156B1E10DB}"/>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solidFill>
                  <a:schemeClr val="tx1"/>
                </a:solidFill>
              </a:endParaRPr>
            </a:p>
          </p:txBody>
        </p:sp>
      </p:grpSp>
      <p:sp>
        <p:nvSpPr>
          <p:cNvPr id="20" name="Título 19">
            <a:extLst>
              <a:ext uri="{FF2B5EF4-FFF2-40B4-BE49-F238E27FC236}">
                <a16:creationId xmlns:a16="http://schemas.microsoft.com/office/drawing/2014/main" id="{85C652DA-55F6-9691-4254-344E0A4E9ABF}"/>
              </a:ext>
            </a:extLst>
          </p:cNvPr>
          <p:cNvSpPr>
            <a:spLocks noGrp="1"/>
          </p:cNvSpPr>
          <p:nvPr>
            <p:ph type="title" hasCustomPrompt="1"/>
          </p:nvPr>
        </p:nvSpPr>
        <p:spPr>
          <a:xfrm>
            <a:off x="550863" y="483924"/>
            <a:ext cx="11090275" cy="1684059"/>
          </a:xfrm>
        </p:spPr>
        <p:txBody>
          <a:bodyPr rtlCol="0" anchor="b">
            <a:normAutofit/>
          </a:bodyPr>
          <a:lstStyle>
            <a:lvl1pPr>
              <a:defRPr lang="es-ES" sz="4000"/>
            </a:lvl1pPr>
          </a:lstStyle>
          <a:p>
            <a:pPr rtl="0"/>
            <a:r>
              <a:rPr lang="es-ES"/>
              <a:t>Haga clic para agregar un título</a:t>
            </a:r>
          </a:p>
        </p:txBody>
      </p:sp>
      <p:sp>
        <p:nvSpPr>
          <p:cNvPr id="22" name="Marcador de contenido 21">
            <a:extLst>
              <a:ext uri="{FF2B5EF4-FFF2-40B4-BE49-F238E27FC236}">
                <a16:creationId xmlns:a16="http://schemas.microsoft.com/office/drawing/2014/main" id="{4DB7AC4F-2818-7F0D-AC6A-736D5F2C7392}"/>
              </a:ext>
            </a:extLst>
          </p:cNvPr>
          <p:cNvSpPr>
            <a:spLocks noGrp="1"/>
          </p:cNvSpPr>
          <p:nvPr>
            <p:ph sz="quarter" idx="13" hasCustomPrompt="1"/>
          </p:nvPr>
        </p:nvSpPr>
        <p:spPr>
          <a:xfrm>
            <a:off x="550863" y="2419350"/>
            <a:ext cx="11090274" cy="3913188"/>
          </a:xfrm>
        </p:spPr>
        <p:txBody>
          <a:bodyPr rtlCol="0">
            <a:normAutofit/>
          </a:bodyPr>
          <a:lstStyle>
            <a:lvl1pPr marL="0" indent="0">
              <a:buNone/>
              <a:defRPr lang="es-ES" sz="1800">
                <a:solidFill>
                  <a:schemeClr val="tx1"/>
                </a:solidFill>
              </a:defRPr>
            </a:lvl1pPr>
            <a:lvl2pPr>
              <a:defRPr lang="es-ES" sz="1200">
                <a:solidFill>
                  <a:schemeClr val="tx1"/>
                </a:solidFill>
              </a:defRPr>
            </a:lvl2pPr>
            <a:lvl3pPr>
              <a:defRPr lang="es-ES" sz="1200">
                <a:solidFill>
                  <a:schemeClr val="tx1"/>
                </a:solidFill>
              </a:defRPr>
            </a:lvl3pPr>
            <a:lvl4pPr>
              <a:defRPr lang="es-ES" sz="1200">
                <a:solidFill>
                  <a:schemeClr val="tx1"/>
                </a:solidFill>
              </a:defRPr>
            </a:lvl4pPr>
            <a:lvl5pPr>
              <a:defRPr lang="es-ES" sz="1200">
                <a:solidFill>
                  <a:schemeClr val="tx1"/>
                </a:solidFill>
              </a:defRPr>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2" name="Marcador de fecha 1">
            <a:extLst>
              <a:ext uri="{FF2B5EF4-FFF2-40B4-BE49-F238E27FC236}">
                <a16:creationId xmlns:a16="http://schemas.microsoft.com/office/drawing/2014/main" id="{AB81B449-7B97-41DC-B23F-65EDCBD316A6}"/>
              </a:ext>
            </a:extLst>
          </p:cNvPr>
          <p:cNvSpPr>
            <a:spLocks noGrp="1"/>
          </p:cNvSpPr>
          <p:nvPr>
            <p:ph type="dt" sz="half" idx="10"/>
          </p:nvPr>
        </p:nvSpPr>
        <p:spPr/>
        <p:txBody>
          <a:bodyPr rtlCol="0"/>
          <a:lstStyle>
            <a:defPPr>
              <a:defRPr lang="es-ES"/>
            </a:defPPr>
          </a:lstStyle>
          <a:p>
            <a:pPr rtl="0"/>
            <a:r>
              <a:rPr lang="es-ES"/>
              <a:t>20XX</a:t>
            </a:r>
            <a:endParaRPr lang="es-ES" dirty="0"/>
          </a:p>
        </p:txBody>
      </p:sp>
      <p:sp>
        <p:nvSpPr>
          <p:cNvPr id="3" name="Marcador de pie de página 2">
            <a:extLst>
              <a:ext uri="{FF2B5EF4-FFF2-40B4-BE49-F238E27FC236}">
                <a16:creationId xmlns:a16="http://schemas.microsoft.com/office/drawing/2014/main" id="{7C6B46D5-337B-4906-8412-4EEA3884FA7E}"/>
              </a:ext>
            </a:extLst>
          </p:cNvPr>
          <p:cNvSpPr>
            <a:spLocks noGrp="1"/>
          </p:cNvSpPr>
          <p:nvPr>
            <p:ph type="ftr" sz="quarter" idx="1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rtlCol="0"/>
          <a:lstStyle>
            <a:defPPr>
              <a:defRPr lang="es-ES"/>
            </a:defPPr>
          </a:lstStyle>
          <a:p>
            <a:pPr rtl="0"/>
            <a:fld id="{DBA1B0FB-D917-4C8C-928F-313BD683BF39}" type="slidenum">
              <a:rPr lang="es-ES" smtClean="0"/>
              <a:t>‹Nº›</a:t>
            </a:fld>
            <a:endParaRPr lang="es-ES" dirty="0"/>
          </a:p>
        </p:txBody>
      </p:sp>
      <p:grpSp>
        <p:nvGrpSpPr>
          <p:cNvPr id="5" name="Grupo 4">
            <a:extLst>
              <a:ext uri="{FF2B5EF4-FFF2-40B4-BE49-F238E27FC236}">
                <a16:creationId xmlns:a16="http://schemas.microsoft.com/office/drawing/2014/main" id="{6C61DF04-D7CB-2B19-8BB9-3E90A661973E}"/>
              </a:ext>
              <a:ext uri="{C183D7F6-B498-43B3-948B-1728B52AA6E4}">
                <adec:decorative xmlns:adec="http://schemas.microsoft.com/office/drawing/2017/decorative" val="1"/>
              </a:ext>
            </a:extLst>
          </p:cNvPr>
          <p:cNvGrpSpPr/>
          <p:nvPr userDrawn="1"/>
        </p:nvGrpSpPr>
        <p:grpSpPr>
          <a:xfrm>
            <a:off x="9010824" y="1514007"/>
            <a:ext cx="734257" cy="760506"/>
            <a:chOff x="5243759" y="1363788"/>
            <a:chExt cx="734257" cy="760506"/>
          </a:xfrm>
        </p:grpSpPr>
        <p:sp>
          <p:nvSpPr>
            <p:cNvPr id="6" name="Forma libre 5">
              <a:extLst>
                <a:ext uri="{FF2B5EF4-FFF2-40B4-BE49-F238E27FC236}">
                  <a16:creationId xmlns:a16="http://schemas.microsoft.com/office/drawing/2014/main" id="{5DE1CC00-F893-E215-8086-65B6605C5FC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7" name="Forma libre 6">
              <a:extLst>
                <a:ext uri="{FF2B5EF4-FFF2-40B4-BE49-F238E27FC236}">
                  <a16:creationId xmlns:a16="http://schemas.microsoft.com/office/drawing/2014/main" id="{6EBF50D9-F9B8-ADB3-8B4A-AF19564EE6EB}"/>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8" name="Forma libre 8">
              <a:extLst>
                <a:ext uri="{FF2B5EF4-FFF2-40B4-BE49-F238E27FC236}">
                  <a16:creationId xmlns:a16="http://schemas.microsoft.com/office/drawing/2014/main" id="{80BE1060-7183-58F8-EEBF-64135EE82BC5}"/>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grpSp>
      <p:sp>
        <p:nvSpPr>
          <p:cNvPr id="11" name="Elipse 10">
            <a:extLst>
              <a:ext uri="{FF2B5EF4-FFF2-40B4-BE49-F238E27FC236}">
                <a16:creationId xmlns:a16="http://schemas.microsoft.com/office/drawing/2014/main" id="{E597A3BE-0D13-9033-E3FD-78202DB799C8}"/>
              </a:ext>
              <a:ext uri="{C183D7F6-B498-43B3-948B-1728B52AA6E4}">
                <adec:decorative xmlns:adec="http://schemas.microsoft.com/office/drawing/2017/decorative" val="1"/>
              </a:ext>
            </a:extLst>
          </p:cNvPr>
          <p:cNvSpPr>
            <a:spLocks noChangeAspect="1"/>
          </p:cNvSpPr>
          <p:nvPr userDrawn="1"/>
        </p:nvSpPr>
        <p:spPr>
          <a:xfrm>
            <a:off x="10168304"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grpSp>
        <p:nvGrpSpPr>
          <p:cNvPr id="12" name="Grupo 11">
            <a:extLst>
              <a:ext uri="{FF2B5EF4-FFF2-40B4-BE49-F238E27FC236}">
                <a16:creationId xmlns:a16="http://schemas.microsoft.com/office/drawing/2014/main" id="{D8867D9A-3F3B-94C3-244B-0006226AEF73}"/>
              </a:ext>
              <a:ext uri="{C183D7F6-B498-43B3-948B-1728B52AA6E4}">
                <adec:decorative xmlns:adec="http://schemas.microsoft.com/office/drawing/2017/decorative" val="1"/>
              </a:ext>
            </a:extLst>
          </p:cNvPr>
          <p:cNvGrpSpPr/>
          <p:nvPr userDrawn="1"/>
        </p:nvGrpSpPr>
        <p:grpSpPr>
          <a:xfrm flipH="1">
            <a:off x="9063019" y="3199533"/>
            <a:ext cx="3597052" cy="2615018"/>
            <a:chOff x="4541453" y="3199533"/>
            <a:chExt cx="3597052" cy="2615018"/>
          </a:xfrm>
        </p:grpSpPr>
        <p:sp>
          <p:nvSpPr>
            <p:cNvPr id="13" name="Forma libre: Forma 38">
              <a:extLst>
                <a:ext uri="{FF2B5EF4-FFF2-40B4-BE49-F238E27FC236}">
                  <a16:creationId xmlns:a16="http://schemas.microsoft.com/office/drawing/2014/main" id="{955FC3D1-6227-A188-CCDB-11D573FD807A}"/>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nvGrpSpPr>
            <p:cNvPr id="14" name="Grupo 13">
              <a:extLst>
                <a:ext uri="{FF2B5EF4-FFF2-40B4-BE49-F238E27FC236}">
                  <a16:creationId xmlns:a16="http://schemas.microsoft.com/office/drawing/2014/main" id="{AE6BE70E-C41E-449D-A48C-4EB6BB7DC20D}"/>
                </a:ext>
              </a:extLst>
            </p:cNvPr>
            <p:cNvGrpSpPr/>
            <p:nvPr/>
          </p:nvGrpSpPr>
          <p:grpSpPr>
            <a:xfrm>
              <a:off x="4541453" y="3199533"/>
              <a:ext cx="3478701" cy="2615018"/>
              <a:chOff x="-481151" y="3199533"/>
              <a:chExt cx="3478701" cy="2615018"/>
            </a:xfrm>
          </p:grpSpPr>
          <p:sp>
            <p:nvSpPr>
              <p:cNvPr id="15" name="Forma libre: Forma 32">
                <a:extLst>
                  <a:ext uri="{FF2B5EF4-FFF2-40B4-BE49-F238E27FC236}">
                    <a16:creationId xmlns:a16="http://schemas.microsoft.com/office/drawing/2014/main" id="{B7C0B12B-49BE-7855-18FB-8583C8DD9617}"/>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6" name="Elipse 15">
                <a:extLst>
                  <a:ext uri="{FF2B5EF4-FFF2-40B4-BE49-F238E27FC236}">
                    <a16:creationId xmlns:a16="http://schemas.microsoft.com/office/drawing/2014/main" id="{67C78A37-D378-70D3-D6E3-AB9400EB583E}"/>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grpSp>
      </p:grpSp>
      <p:grpSp>
        <p:nvGrpSpPr>
          <p:cNvPr id="17" name="Grupo 16">
            <a:extLst>
              <a:ext uri="{FF2B5EF4-FFF2-40B4-BE49-F238E27FC236}">
                <a16:creationId xmlns:a16="http://schemas.microsoft.com/office/drawing/2014/main" id="{02491172-466F-19CC-B639-A1C3CAB1D43A}"/>
              </a:ext>
              <a:ext uri="{C183D7F6-B498-43B3-948B-1728B52AA6E4}">
                <adec:decorative xmlns:adec="http://schemas.microsoft.com/office/drawing/2017/decorative" val="1"/>
              </a:ext>
            </a:extLst>
          </p:cNvPr>
          <p:cNvGrpSpPr/>
          <p:nvPr userDrawn="1"/>
        </p:nvGrpSpPr>
        <p:grpSpPr>
          <a:xfrm>
            <a:off x="5690545" y="4100655"/>
            <a:ext cx="1335600" cy="1262947"/>
            <a:chOff x="10145015" y="2343978"/>
            <a:chExt cx="1335600" cy="1262947"/>
          </a:xfrm>
        </p:grpSpPr>
        <p:sp>
          <p:nvSpPr>
            <p:cNvPr id="18" name="Forma libre: Forma 25">
              <a:extLst>
                <a:ext uri="{FF2B5EF4-FFF2-40B4-BE49-F238E27FC236}">
                  <a16:creationId xmlns:a16="http://schemas.microsoft.com/office/drawing/2014/main" id="{45EC885D-265C-397B-5DAF-57A66CDA30B5}"/>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19" name="Elipse 18">
              <a:extLst>
                <a:ext uri="{FF2B5EF4-FFF2-40B4-BE49-F238E27FC236}">
                  <a16:creationId xmlns:a16="http://schemas.microsoft.com/office/drawing/2014/main" id="{3601DB21-D937-2F89-DC26-063DFC7800C8}"/>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grpSp>
    </p:spTree>
    <p:extLst>
      <p:ext uri="{BB962C8B-B14F-4D97-AF65-F5344CB8AC3E}">
        <p14:creationId xmlns:p14="http://schemas.microsoft.com/office/powerpoint/2010/main" val="3858332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ítulo de sección">
    <p:spTree>
      <p:nvGrpSpPr>
        <p:cNvPr id="1" name=""/>
        <p:cNvGrpSpPr/>
        <p:nvPr/>
      </p:nvGrpSpPr>
      <p:grpSpPr>
        <a:xfrm>
          <a:off x="0" y="0"/>
          <a:ext cx="0" cy="0"/>
          <a:chOff x="0" y="0"/>
          <a:chExt cx="0" cy="0"/>
        </a:xfrm>
      </p:grpSpPr>
      <p:sp>
        <p:nvSpPr>
          <p:cNvPr id="11" name="Título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550863" y="4045464"/>
            <a:ext cx="11115355" cy="2286000"/>
          </a:xfrm>
        </p:spPr>
        <p:txBody>
          <a:bodyPr rtlCol="0" anchor="ctr">
            <a:noAutofit/>
          </a:bodyPr>
          <a:lstStyle>
            <a:lvl1pPr algn="l">
              <a:defRPr lang="es-ES" sz="5400"/>
            </a:lvl1pPr>
          </a:lstStyle>
          <a:p>
            <a:pPr rtl="0"/>
            <a:r>
              <a:rPr lang="es-ES"/>
              <a:t>Haga clic para agregar un título</a:t>
            </a:r>
          </a:p>
        </p:txBody>
      </p:sp>
      <p:sp>
        <p:nvSpPr>
          <p:cNvPr id="8" name="Marcador de posición de imagen 7">
            <a:extLst>
              <a:ext uri="{FF2B5EF4-FFF2-40B4-BE49-F238E27FC236}">
                <a16:creationId xmlns:a16="http://schemas.microsoft.com/office/drawing/2014/main" id="{E592AF4F-2F83-7005-B3AC-6FCC7FB19140}"/>
              </a:ext>
            </a:extLst>
          </p:cNvPr>
          <p:cNvSpPr>
            <a:spLocks noGrp="1"/>
          </p:cNvSpPr>
          <p:nvPr>
            <p:ph type="pic" sz="quarter" idx="13" hasCustomPrompt="1"/>
          </p:nvPr>
        </p:nvSpPr>
        <p:spPr>
          <a:xfrm>
            <a:off x="0" y="4594"/>
            <a:ext cx="12192000" cy="3771878"/>
          </a:xfrm>
        </p:spPr>
        <p:txBody>
          <a:bodyPr rtlCol="0">
            <a:noAutofit/>
          </a:bodyPr>
          <a:lstStyle>
            <a:lvl1pPr marL="0" indent="0" algn="ctr">
              <a:buNone/>
              <a:defRPr lang="es-ES" sz="2000"/>
            </a:lvl1pPr>
          </a:lstStyle>
          <a:p>
            <a:pPr rtl="0"/>
            <a:r>
              <a:rPr lang="es-ES"/>
              <a:t>Haga clic en el icono para insertar una imagen</a:t>
            </a:r>
          </a:p>
        </p:txBody>
      </p:sp>
      <p:sp>
        <p:nvSpPr>
          <p:cNvPr id="7" name="Elipse 6">
            <a:extLst>
              <a:ext uri="{FF2B5EF4-FFF2-40B4-BE49-F238E27FC236}">
                <a16:creationId xmlns:a16="http://schemas.microsoft.com/office/drawing/2014/main" id="{57BF9F63-86BE-5515-AD3C-59481B3FF4B4}"/>
              </a:ext>
              <a:ext uri="{C183D7F6-B498-43B3-948B-1728B52AA6E4}">
                <adec:decorative xmlns:adec="http://schemas.microsoft.com/office/drawing/2017/decorative" val="1"/>
              </a:ext>
            </a:extLst>
          </p:cNvPr>
          <p:cNvSpPr>
            <a:spLocks noChangeAspect="1"/>
          </p:cNvSpPr>
          <p:nvPr userDrawn="1"/>
        </p:nvSpPr>
        <p:spPr>
          <a:xfrm>
            <a:off x="1225773" y="385222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4" name="Marcador de fecha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es-ES"/>
            </a:defPPr>
          </a:lstStyle>
          <a:p>
            <a:pPr rtl="0"/>
            <a:r>
              <a:rPr lang="es-ES"/>
              <a:t>20XX</a:t>
            </a:r>
            <a:endParaRPr lang="es-ES" dirty="0"/>
          </a:p>
        </p:txBody>
      </p:sp>
      <p:sp>
        <p:nvSpPr>
          <p:cNvPr id="5" name="Marcador de pie de página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es-ES"/>
            </a:defPPr>
          </a:lstStyle>
          <a:p>
            <a:pPr rtl="0"/>
            <a:endParaRPr lang="es-ES" dirty="0"/>
          </a:p>
        </p:txBody>
      </p:sp>
      <p:sp>
        <p:nvSpPr>
          <p:cNvPr id="6" name="Marcador de número de diapositiva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es-ES"/>
            </a:defPPr>
          </a:lstStyle>
          <a:p>
            <a:pPr rtl="0"/>
            <a:fld id="{CBD12358-51D2-46B3-9BDE-DF29528B9454}" type="slidenum">
              <a:rPr lang="es-ES" smtClean="0"/>
              <a:t>‹Nº›</a:t>
            </a:fld>
            <a:endParaRPr lang="es-ES" dirty="0"/>
          </a:p>
        </p:txBody>
      </p:sp>
    </p:spTree>
    <p:extLst>
      <p:ext uri="{BB962C8B-B14F-4D97-AF65-F5344CB8AC3E}">
        <p14:creationId xmlns:p14="http://schemas.microsoft.com/office/powerpoint/2010/main" val="372899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ítulo + subtítulo + imag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550863" y="196900"/>
            <a:ext cx="4159160" cy="3155900"/>
          </a:xfrm>
        </p:spPr>
        <p:txBody>
          <a:bodyPr lIns="91440" rtlCol="0" anchor="b">
            <a:noAutofit/>
          </a:bodyPr>
          <a:lstStyle>
            <a:lvl1pPr algn="l">
              <a:defRPr lang="es-ES" sz="4000"/>
            </a:lvl1pPr>
          </a:lstStyle>
          <a:p>
            <a:pPr rtl="0"/>
            <a:r>
              <a:rPr lang="es-ES"/>
              <a:t>Haga clic para agregar un título</a:t>
            </a:r>
          </a:p>
        </p:txBody>
      </p:sp>
      <p:sp>
        <p:nvSpPr>
          <p:cNvPr id="3" name="Subtítulo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547271" y="3505200"/>
            <a:ext cx="4159160" cy="2352356"/>
          </a:xfrm>
        </p:spPr>
        <p:txBody>
          <a:bodyPr lIns="91440" rIns="91440" rtlCol="0">
            <a:noAutofit/>
          </a:bodyPr>
          <a:lstStyle>
            <a:lvl1pPr marL="0" indent="0" algn="l">
              <a:lnSpc>
                <a:spcPct val="100000"/>
              </a:lnSpc>
              <a:spcAft>
                <a:spcPts val="0"/>
              </a:spcAft>
              <a:buFont typeface="Arial" panose="020B0604020202020204" pitchFamily="34" charset="0"/>
              <a:buNone/>
              <a:defRPr lang="es-ES" sz="2400">
                <a:solidFill>
                  <a:schemeClr val="tx1"/>
                </a:solidFill>
              </a:defRPr>
            </a:lvl1pPr>
            <a:lvl2pPr marL="457200" indent="0" algn="ctr">
              <a:buNone/>
              <a:defRPr lang="es-ES" sz="2000"/>
            </a:lvl2pPr>
            <a:lvl3pPr marL="914400" indent="0" algn="ctr">
              <a:buNone/>
              <a:defRPr lang="es-ES" sz="1800"/>
            </a:lvl3pPr>
            <a:lvl4pPr marL="1371600" indent="0" algn="ctr">
              <a:buNone/>
              <a:defRPr lang="es-ES" sz="1600"/>
            </a:lvl4pPr>
            <a:lvl5pPr marL="1828800" indent="0" algn="ctr">
              <a:buNone/>
              <a:defRPr lang="es-ES" sz="1600"/>
            </a:lvl5pPr>
            <a:lvl6pPr marL="2286000" indent="0" algn="ctr">
              <a:buNone/>
              <a:defRPr lang="es-ES" sz="1600"/>
            </a:lvl6pPr>
            <a:lvl7pPr marL="2743200" indent="0" algn="ctr">
              <a:buNone/>
              <a:defRPr lang="es-ES" sz="1600"/>
            </a:lvl7pPr>
            <a:lvl8pPr marL="3200400" indent="0" algn="ctr">
              <a:buNone/>
              <a:defRPr lang="es-ES" sz="1600"/>
            </a:lvl8pPr>
            <a:lvl9pPr marL="3657600" indent="0" algn="ctr">
              <a:buNone/>
              <a:defRPr lang="es-ES" sz="1600"/>
            </a:lvl9pPr>
          </a:lstStyle>
          <a:p>
            <a:pPr rtl="0"/>
            <a:r>
              <a:rPr lang="es-ES"/>
              <a:t>Haga clic para agregar un subtítulo</a:t>
            </a:r>
          </a:p>
        </p:txBody>
      </p:sp>
      <p:sp>
        <p:nvSpPr>
          <p:cNvPr id="14" name="Elipse 13">
            <a:extLst>
              <a:ext uri="{FF2B5EF4-FFF2-40B4-BE49-F238E27FC236}">
                <a16:creationId xmlns:a16="http://schemas.microsoft.com/office/drawing/2014/main" id="{60ABD6E1-FE78-D78B-E80C-09490F5D8D05}"/>
              </a:ext>
              <a:ext uri="{C183D7F6-B498-43B3-948B-1728B52AA6E4}">
                <adec:decorative xmlns:adec="http://schemas.microsoft.com/office/drawing/2017/decorative" val="1"/>
              </a:ext>
            </a:extLst>
          </p:cNvPr>
          <p:cNvSpPr>
            <a:spLocks noChangeAspect="1"/>
          </p:cNvSpPr>
          <p:nvPr userDrawn="1"/>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grpSp>
        <p:nvGrpSpPr>
          <p:cNvPr id="10" name="Grupo 9">
            <a:extLst>
              <a:ext uri="{FF2B5EF4-FFF2-40B4-BE49-F238E27FC236}">
                <a16:creationId xmlns:a16="http://schemas.microsoft.com/office/drawing/2014/main" id="{62BB1BCD-5C1C-ED05-D6B4-F92367209BEF}"/>
              </a:ext>
              <a:ext uri="{C183D7F6-B498-43B3-948B-1728B52AA6E4}">
                <adec:decorative xmlns:adec="http://schemas.microsoft.com/office/drawing/2017/decorative" val="1"/>
              </a:ext>
            </a:extLst>
          </p:cNvPr>
          <p:cNvGrpSpPr/>
          <p:nvPr userDrawn="1"/>
        </p:nvGrpSpPr>
        <p:grpSpPr>
          <a:xfrm>
            <a:off x="10822156" y="4143453"/>
            <a:ext cx="734257" cy="760506"/>
            <a:chOff x="5243759" y="1363788"/>
            <a:chExt cx="734257" cy="760506"/>
          </a:xfrm>
        </p:grpSpPr>
        <p:sp>
          <p:nvSpPr>
            <p:cNvPr id="11" name="Forma libre 5">
              <a:extLst>
                <a:ext uri="{FF2B5EF4-FFF2-40B4-BE49-F238E27FC236}">
                  <a16:creationId xmlns:a16="http://schemas.microsoft.com/office/drawing/2014/main" id="{700A5CAB-28E9-FB7A-E72E-39F3ADE58C6B}"/>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12" name="Forma libre 6">
              <a:extLst>
                <a:ext uri="{FF2B5EF4-FFF2-40B4-BE49-F238E27FC236}">
                  <a16:creationId xmlns:a16="http://schemas.microsoft.com/office/drawing/2014/main" id="{2BA2D9BC-CA87-28FA-7A02-455E740EACAB}"/>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13" name="Forma libre 8">
              <a:extLst>
                <a:ext uri="{FF2B5EF4-FFF2-40B4-BE49-F238E27FC236}">
                  <a16:creationId xmlns:a16="http://schemas.microsoft.com/office/drawing/2014/main" id="{734E5ADF-EEF0-2501-9D7B-8FC1A49F60A7}"/>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grpSp>
      <p:sp>
        <p:nvSpPr>
          <p:cNvPr id="8" name="Marcador de posición de imagen 14">
            <a:extLst>
              <a:ext uri="{FF2B5EF4-FFF2-40B4-BE49-F238E27FC236}">
                <a16:creationId xmlns:a16="http://schemas.microsoft.com/office/drawing/2014/main" id="{780F3839-9B1B-2346-C1F4-E876E6AE32E1}"/>
              </a:ext>
            </a:extLst>
          </p:cNvPr>
          <p:cNvSpPr>
            <a:spLocks noGrp="1"/>
          </p:cNvSpPr>
          <p:nvPr>
            <p:ph type="pic" sz="quarter" idx="13"/>
          </p:nvPr>
        </p:nvSpPr>
        <p:spPr>
          <a:xfrm>
            <a:off x="5678049" y="788713"/>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solidFill>
            <a:schemeClr val="accent5"/>
          </a:solidFill>
        </p:spPr>
        <p:txBody>
          <a:bodyPr wrap="square" tIns="365760" rtlCol="0">
            <a:noAutofit/>
          </a:bodyPr>
          <a:lstStyle>
            <a:lvl1pPr marL="0" indent="0" algn="ctr">
              <a:buNone/>
              <a:defRPr lang="es-ES" sz="1800"/>
            </a:lvl1pPr>
          </a:lstStyle>
          <a:p>
            <a:pPr rtl="0"/>
            <a:r>
              <a:rPr lang="es-ES"/>
              <a:t>Haga clic en el icono para agregar una imagen</a:t>
            </a:r>
          </a:p>
        </p:txBody>
      </p:sp>
      <p:sp>
        <p:nvSpPr>
          <p:cNvPr id="4" name="Marcador de fecha 3">
            <a:extLst>
              <a:ext uri="{FF2B5EF4-FFF2-40B4-BE49-F238E27FC236}">
                <a16:creationId xmlns:a16="http://schemas.microsoft.com/office/drawing/2014/main" id="{C0070940-5919-2C95-2278-32E50BF14DD1}"/>
              </a:ext>
            </a:extLst>
          </p:cNvPr>
          <p:cNvSpPr>
            <a:spLocks noGrp="1"/>
          </p:cNvSpPr>
          <p:nvPr>
            <p:ph type="dt" sz="half" idx="10"/>
          </p:nvPr>
        </p:nvSpPr>
        <p:spPr/>
        <p:txBody>
          <a:bodyPr rtlCol="0"/>
          <a:lstStyle>
            <a:defPPr>
              <a:defRPr lang="es-ES"/>
            </a:defPPr>
          </a:lstStyle>
          <a:p>
            <a:pPr rtl="0"/>
            <a:r>
              <a:rPr lang="es-ES"/>
              <a:t>20XX</a:t>
            </a:r>
            <a:endParaRPr lang="es-ES" dirty="0"/>
          </a:p>
        </p:txBody>
      </p:sp>
      <p:sp>
        <p:nvSpPr>
          <p:cNvPr id="5" name="Marcador de pie de página 4">
            <a:extLst>
              <a:ext uri="{FF2B5EF4-FFF2-40B4-BE49-F238E27FC236}">
                <a16:creationId xmlns:a16="http://schemas.microsoft.com/office/drawing/2014/main" id="{1957D599-49CF-19FE-6D86-C5EDB765F413}"/>
              </a:ext>
            </a:extLst>
          </p:cNvPr>
          <p:cNvSpPr>
            <a:spLocks noGrp="1"/>
          </p:cNvSpPr>
          <p:nvPr>
            <p:ph type="ftr" sz="quarter" idx="11"/>
          </p:nvPr>
        </p:nvSpPr>
        <p:spPr/>
        <p:txBody>
          <a:bodyPr rtlCol="0"/>
          <a:lstStyle>
            <a:defPPr>
              <a:defRPr lang="es-ES"/>
            </a:defPPr>
          </a:lstStyle>
          <a:p>
            <a:pPr rtl="0"/>
            <a:endParaRPr lang="es-ES" dirty="0"/>
          </a:p>
        </p:txBody>
      </p:sp>
      <p:sp>
        <p:nvSpPr>
          <p:cNvPr id="6" name="Marcador de número de diapositiva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rtlCol="0"/>
          <a:lstStyle>
            <a:defPPr>
              <a:defRPr lang="es-ES"/>
            </a:defPPr>
          </a:lstStyle>
          <a:p>
            <a:pPr rtl="0"/>
            <a:fld id="{CBD12358-51D2-46B3-9BDE-DF29528B9454}" type="slidenum">
              <a:rPr lang="es-ES" smtClean="0"/>
              <a:t>‹Nº›</a:t>
            </a:fld>
            <a:endParaRPr lang="es-ES" dirty="0"/>
          </a:p>
        </p:txBody>
      </p:sp>
    </p:spTree>
    <p:extLst>
      <p:ext uri="{BB962C8B-B14F-4D97-AF65-F5344CB8AC3E}">
        <p14:creationId xmlns:p14="http://schemas.microsoft.com/office/powerpoint/2010/main" val="3650073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y contenido 1">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C87E98C0-6053-9701-92D0-4EF9ADBC500C}"/>
              </a:ext>
              <a:ext uri="{C183D7F6-B498-43B3-948B-1728B52AA6E4}">
                <adec:decorative xmlns:adec="http://schemas.microsoft.com/office/drawing/2017/decorative" val="1"/>
              </a:ext>
            </a:extLst>
          </p:cNvPr>
          <p:cNvGrpSpPr/>
          <p:nvPr userDrawn="1"/>
        </p:nvGrpSpPr>
        <p:grpSpPr>
          <a:xfrm flipH="1" flipV="1">
            <a:off x="9063019" y="746716"/>
            <a:ext cx="3597052" cy="2615018"/>
            <a:chOff x="4541453" y="3199533"/>
            <a:chExt cx="3597052" cy="2615018"/>
          </a:xfrm>
        </p:grpSpPr>
        <p:sp>
          <p:nvSpPr>
            <p:cNvPr id="8" name="Forma libre: Forma 38">
              <a:extLst>
                <a:ext uri="{FF2B5EF4-FFF2-40B4-BE49-F238E27FC236}">
                  <a16:creationId xmlns:a16="http://schemas.microsoft.com/office/drawing/2014/main" id="{C32B1A1D-760B-9D3D-A869-E50FC962A629}"/>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nvGrpSpPr>
            <p:cNvPr id="9" name="Grupo 8">
              <a:extLst>
                <a:ext uri="{FF2B5EF4-FFF2-40B4-BE49-F238E27FC236}">
                  <a16:creationId xmlns:a16="http://schemas.microsoft.com/office/drawing/2014/main" id="{D02EF78B-5BDF-8632-B9B1-087DB042EEC7}"/>
                </a:ext>
              </a:extLst>
            </p:cNvPr>
            <p:cNvGrpSpPr/>
            <p:nvPr/>
          </p:nvGrpSpPr>
          <p:grpSpPr>
            <a:xfrm>
              <a:off x="4541453" y="3199533"/>
              <a:ext cx="3478701" cy="2615018"/>
              <a:chOff x="-481151" y="3199533"/>
              <a:chExt cx="3478701" cy="2615018"/>
            </a:xfrm>
          </p:grpSpPr>
          <p:sp>
            <p:nvSpPr>
              <p:cNvPr id="10" name="Forma libre: Forma 32">
                <a:extLst>
                  <a:ext uri="{FF2B5EF4-FFF2-40B4-BE49-F238E27FC236}">
                    <a16:creationId xmlns:a16="http://schemas.microsoft.com/office/drawing/2014/main" id="{5C54B3E8-515B-0865-9321-DB3793A62240}"/>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1" name="Elipse 10">
                <a:extLst>
                  <a:ext uri="{FF2B5EF4-FFF2-40B4-BE49-F238E27FC236}">
                    <a16:creationId xmlns:a16="http://schemas.microsoft.com/office/drawing/2014/main" id="{56E92718-2CCD-B15D-8DE5-46285BEA256B}"/>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grpSp>
      </p:grpSp>
      <p:grpSp>
        <p:nvGrpSpPr>
          <p:cNvPr id="19" name="Grupo 18">
            <a:extLst>
              <a:ext uri="{FF2B5EF4-FFF2-40B4-BE49-F238E27FC236}">
                <a16:creationId xmlns:a16="http://schemas.microsoft.com/office/drawing/2014/main" id="{AEA0B78B-84F0-8B85-40E8-678689DC13E6}"/>
              </a:ext>
              <a:ext uri="{C183D7F6-B498-43B3-948B-1728B52AA6E4}">
                <adec:decorative xmlns:adec="http://schemas.microsoft.com/office/drawing/2017/decorative" val="1"/>
              </a:ext>
            </a:extLst>
          </p:cNvPr>
          <p:cNvGrpSpPr/>
          <p:nvPr userDrawn="1"/>
        </p:nvGrpSpPr>
        <p:grpSpPr>
          <a:xfrm>
            <a:off x="8723112" y="5088958"/>
            <a:ext cx="1335600" cy="1262947"/>
            <a:chOff x="10145015" y="2343978"/>
            <a:chExt cx="1335600" cy="1262947"/>
          </a:xfrm>
        </p:grpSpPr>
        <p:sp>
          <p:nvSpPr>
            <p:cNvPr id="20" name="Forma libre: Forma 25">
              <a:extLst>
                <a:ext uri="{FF2B5EF4-FFF2-40B4-BE49-F238E27FC236}">
                  <a16:creationId xmlns:a16="http://schemas.microsoft.com/office/drawing/2014/main" id="{2E5D7C6F-BF77-9B7D-5B12-7AF3ED280B43}"/>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21" name="Elipse 20">
              <a:extLst>
                <a:ext uri="{FF2B5EF4-FFF2-40B4-BE49-F238E27FC236}">
                  <a16:creationId xmlns:a16="http://schemas.microsoft.com/office/drawing/2014/main" id="{FA599EE6-2673-0AD8-EAE0-45C79326015E}"/>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grpSp>
      <p:grpSp>
        <p:nvGrpSpPr>
          <p:cNvPr id="12" name="Grupo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orma libre: Forma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solidFill>
                  <a:schemeClr val="tx1"/>
                </a:solidFill>
              </a:endParaRPr>
            </a:p>
          </p:txBody>
        </p:sp>
        <p:sp>
          <p:nvSpPr>
            <p:cNvPr id="14" name="Elipse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15" name="Elipse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16" name="Forma libre: Forma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solidFill>
                  <a:schemeClr val="tx1"/>
                </a:solidFill>
              </a:endParaRPr>
            </a:p>
          </p:txBody>
        </p:sp>
      </p:grpSp>
      <p:sp>
        <p:nvSpPr>
          <p:cNvPr id="2" name="Título 1">
            <a:extLst>
              <a:ext uri="{FF2B5EF4-FFF2-40B4-BE49-F238E27FC236}">
                <a16:creationId xmlns:a16="http://schemas.microsoft.com/office/drawing/2014/main" id="{B1A4B040-51E3-4DA0-B21D-EEE173E7536F}"/>
              </a:ext>
            </a:extLst>
          </p:cNvPr>
          <p:cNvSpPr>
            <a:spLocks noGrp="1"/>
          </p:cNvSpPr>
          <p:nvPr>
            <p:ph type="title" hasCustomPrompt="1"/>
          </p:nvPr>
        </p:nvSpPr>
        <p:spPr>
          <a:xfrm>
            <a:off x="550862" y="498474"/>
            <a:ext cx="7960421" cy="1450217"/>
          </a:xfrm>
        </p:spPr>
        <p:txBody>
          <a:bodyPr vert="horz" wrap="square" lIns="0" tIns="0" rIns="0" bIns="0" rtlCol="0" anchor="t" anchorCtr="0">
            <a:normAutofit/>
          </a:bodyPr>
          <a:lstStyle>
            <a:lvl1pPr>
              <a:defRPr lang="es-ES" sz="4000" dirty="0"/>
            </a:lvl1pPr>
          </a:lstStyle>
          <a:p>
            <a:pPr lvl="0" rtl="0">
              <a:lnSpc>
                <a:spcPct val="100000"/>
              </a:lnSpc>
            </a:pPr>
            <a:r>
              <a:rPr lang="es-ES"/>
              <a:t>Haga clic para agregar un título</a:t>
            </a:r>
          </a:p>
        </p:txBody>
      </p:sp>
      <p:sp>
        <p:nvSpPr>
          <p:cNvPr id="3" name="Marcador de contenido 2">
            <a:extLst>
              <a:ext uri="{FF2B5EF4-FFF2-40B4-BE49-F238E27FC236}">
                <a16:creationId xmlns:a16="http://schemas.microsoft.com/office/drawing/2014/main" id="{F8A2CD90-429B-4A55-B6C8-DD6CE6994118}"/>
              </a:ext>
            </a:extLst>
          </p:cNvPr>
          <p:cNvSpPr>
            <a:spLocks noGrp="1"/>
          </p:cNvSpPr>
          <p:nvPr>
            <p:ph idx="1" hasCustomPrompt="1"/>
          </p:nvPr>
        </p:nvSpPr>
        <p:spPr>
          <a:xfrm>
            <a:off x="581343" y="2103039"/>
            <a:ext cx="7929940" cy="3979625"/>
          </a:xfrm>
        </p:spPr>
        <p:txBody>
          <a:bodyPr rtlCol="0">
            <a:normAutofit/>
          </a:bodyPr>
          <a:lstStyle>
            <a:lvl1pPr>
              <a:defRPr lang="es-ES" sz="1800">
                <a:solidFill>
                  <a:schemeClr val="tx1"/>
                </a:solidFill>
              </a:defRPr>
            </a:lvl1pPr>
            <a:lvl2pPr>
              <a:defRPr lang="es-ES" sz="1200">
                <a:solidFill>
                  <a:schemeClr val="tx1"/>
                </a:solidFill>
              </a:defRPr>
            </a:lvl2pPr>
            <a:lvl3pPr>
              <a:defRPr lang="es-ES" sz="1200">
                <a:solidFill>
                  <a:schemeClr val="tx1"/>
                </a:solidFill>
              </a:defRPr>
            </a:lvl3pPr>
            <a:lvl4pPr>
              <a:defRPr lang="es-ES" sz="1200">
                <a:solidFill>
                  <a:schemeClr val="tx1"/>
                </a:solidFill>
              </a:defRPr>
            </a:lvl4pPr>
            <a:lvl5pPr>
              <a:defRPr lang="es-ES" sz="1200">
                <a:solidFill>
                  <a:schemeClr val="tx1"/>
                </a:solidFill>
              </a:defRPr>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4" name="Marcador de fecha 3">
            <a:extLst>
              <a:ext uri="{FF2B5EF4-FFF2-40B4-BE49-F238E27FC236}">
                <a16:creationId xmlns:a16="http://schemas.microsoft.com/office/drawing/2014/main" id="{4D4EE704-5DCA-484E-85E0-0E3A7B1C5046}"/>
              </a:ext>
            </a:extLst>
          </p:cNvPr>
          <p:cNvSpPr>
            <a:spLocks noGrp="1"/>
          </p:cNvSpPr>
          <p:nvPr>
            <p:ph type="dt" sz="half" idx="10"/>
          </p:nvPr>
        </p:nvSpPr>
        <p:spPr/>
        <p:txBody>
          <a:bodyPr rtlCol="0"/>
          <a:lstStyle>
            <a:defPPr>
              <a:defRPr lang="es-ES"/>
            </a:defPPr>
          </a:lstStyle>
          <a:p>
            <a:pPr rtl="0"/>
            <a:r>
              <a:rPr lang="es-ES"/>
              <a:t>20XX</a:t>
            </a:r>
            <a:endParaRPr lang="es-ES" dirty="0"/>
          </a:p>
        </p:txBody>
      </p:sp>
      <p:sp>
        <p:nvSpPr>
          <p:cNvPr id="5" name="Marcador de pie de página 4">
            <a:extLst>
              <a:ext uri="{FF2B5EF4-FFF2-40B4-BE49-F238E27FC236}">
                <a16:creationId xmlns:a16="http://schemas.microsoft.com/office/drawing/2014/main" id="{4CA69B66-1C18-44A2-93F7-97DED26F24AB}"/>
              </a:ext>
            </a:extLst>
          </p:cNvPr>
          <p:cNvSpPr>
            <a:spLocks noGrp="1"/>
          </p:cNvSpPr>
          <p:nvPr>
            <p:ph type="ftr" sz="quarter" idx="11"/>
          </p:nvPr>
        </p:nvSpPr>
        <p:spPr/>
        <p:txBody>
          <a:bodyPr rtlCol="0"/>
          <a:lstStyle>
            <a:defPPr>
              <a:defRPr lang="es-ES"/>
            </a:defPPr>
          </a:lstStyle>
          <a:p>
            <a:pPr rtl="0"/>
            <a:endParaRPr lang="es-ES" dirty="0"/>
          </a:p>
        </p:txBody>
      </p:sp>
      <p:sp>
        <p:nvSpPr>
          <p:cNvPr id="6" name="Marcador de número de diapositiva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rtlCol="0"/>
          <a:lstStyle>
            <a:defPPr>
              <a:defRPr lang="es-ES"/>
            </a:defPPr>
          </a:lstStyle>
          <a:p>
            <a:pPr rtl="0"/>
            <a:fld id="{DBA1B0FB-D917-4C8C-928F-313BD683BF39}" type="slidenum">
              <a:rPr lang="es-ES" smtClean="0"/>
              <a:t>‹Nº›</a:t>
            </a:fld>
            <a:endParaRPr lang="es-ES" dirty="0"/>
          </a:p>
        </p:txBody>
      </p:sp>
    </p:spTree>
    <p:extLst>
      <p:ext uri="{BB962C8B-B14F-4D97-AF65-F5344CB8AC3E}">
        <p14:creationId xmlns:p14="http://schemas.microsoft.com/office/powerpoint/2010/main" val="660994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ítulo + subtítulo">
    <p:spTree>
      <p:nvGrpSpPr>
        <p:cNvPr id="1" name=""/>
        <p:cNvGrpSpPr/>
        <p:nvPr/>
      </p:nvGrpSpPr>
      <p:grpSpPr>
        <a:xfrm>
          <a:off x="0" y="0"/>
          <a:ext cx="0" cy="0"/>
          <a:chOff x="0" y="0"/>
          <a:chExt cx="0" cy="0"/>
        </a:xfrm>
      </p:grpSpPr>
      <p:sp>
        <p:nvSpPr>
          <p:cNvPr id="8" name="Marcador de posición de imagen 7">
            <a:extLst>
              <a:ext uri="{FF2B5EF4-FFF2-40B4-BE49-F238E27FC236}">
                <a16:creationId xmlns:a16="http://schemas.microsoft.com/office/drawing/2014/main" id="{096D26C0-4AFC-33CC-99BE-317E9A844352}"/>
              </a:ext>
            </a:extLst>
          </p:cNvPr>
          <p:cNvSpPr>
            <a:spLocks noGrp="1"/>
          </p:cNvSpPr>
          <p:nvPr>
            <p:ph type="pic" sz="quarter" idx="13" hasCustomPrompt="1"/>
          </p:nvPr>
        </p:nvSpPr>
        <p:spPr>
          <a:xfrm>
            <a:off x="0" y="0"/>
            <a:ext cx="12192000" cy="6858000"/>
          </a:xfrm>
        </p:spPr>
        <p:txBody>
          <a:bodyPr rtlCol="0"/>
          <a:lstStyle>
            <a:lvl1pPr marL="0" indent="0" algn="ctr">
              <a:buNone/>
              <a:defRPr lang="es-ES" sz="2000"/>
            </a:lvl1pPr>
          </a:lstStyle>
          <a:p>
            <a:pPr rtl="0"/>
            <a:r>
              <a:rPr lang="es-ES"/>
              <a:t>Haga clic en el icono para insertar una imagen</a:t>
            </a:r>
          </a:p>
        </p:txBody>
      </p:sp>
      <p:sp>
        <p:nvSpPr>
          <p:cNvPr id="2" name="Título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376680"/>
            <a:ext cx="9144000" cy="2286000"/>
          </a:xfrm>
        </p:spPr>
        <p:txBody>
          <a:bodyPr rtlCol="0" anchor="b">
            <a:noAutofit/>
          </a:bodyPr>
          <a:lstStyle>
            <a:lvl1pPr algn="ctr">
              <a:defRPr lang="es-ES" sz="5400"/>
            </a:lvl1pPr>
          </a:lstStyle>
          <a:p>
            <a:pPr rtl="0"/>
            <a:r>
              <a:rPr lang="es-ES"/>
              <a:t>Haga clic para agregar un título</a:t>
            </a:r>
          </a:p>
        </p:txBody>
      </p:sp>
      <p:sp>
        <p:nvSpPr>
          <p:cNvPr id="3" name="Subtítulo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799840"/>
            <a:ext cx="9144000" cy="2286000"/>
          </a:xfrm>
        </p:spPr>
        <p:txBody>
          <a:bodyPr rtlCol="0">
            <a:noAutofit/>
          </a:bodyPr>
          <a:lstStyle>
            <a:lvl1pPr marL="0" indent="0" algn="ctr">
              <a:buNone/>
              <a:defRPr lang="es-ES" sz="1800">
                <a:solidFill>
                  <a:schemeClr val="tx1"/>
                </a:solidFill>
              </a:defRPr>
            </a:lvl1pPr>
            <a:lvl2pPr marL="457200" indent="0" algn="ctr">
              <a:buNone/>
              <a:defRPr lang="es-ES" sz="2000"/>
            </a:lvl2pPr>
            <a:lvl3pPr marL="914400" indent="0" algn="ctr">
              <a:buNone/>
              <a:defRPr lang="es-ES" sz="1800"/>
            </a:lvl3pPr>
            <a:lvl4pPr marL="1371600" indent="0" algn="ctr">
              <a:buNone/>
              <a:defRPr lang="es-ES" sz="1600"/>
            </a:lvl4pPr>
            <a:lvl5pPr marL="1828800" indent="0" algn="ctr">
              <a:buNone/>
              <a:defRPr lang="es-ES" sz="1600"/>
            </a:lvl5pPr>
            <a:lvl6pPr marL="2286000" indent="0" algn="ctr">
              <a:buNone/>
              <a:defRPr lang="es-ES" sz="1600"/>
            </a:lvl6pPr>
            <a:lvl7pPr marL="2743200" indent="0" algn="ctr">
              <a:buNone/>
              <a:defRPr lang="es-ES" sz="1600"/>
            </a:lvl7pPr>
            <a:lvl8pPr marL="3200400" indent="0" algn="ctr">
              <a:buNone/>
              <a:defRPr lang="es-ES" sz="1600"/>
            </a:lvl8pPr>
            <a:lvl9pPr marL="3657600" indent="0" algn="ctr">
              <a:buNone/>
              <a:defRPr lang="es-ES" sz="1600"/>
            </a:lvl9pPr>
          </a:lstStyle>
          <a:p>
            <a:pPr rtl="0"/>
            <a:r>
              <a:rPr lang="es-ES"/>
              <a:t>Haga clic para agregar un subtítulo</a:t>
            </a:r>
          </a:p>
        </p:txBody>
      </p:sp>
      <p:sp>
        <p:nvSpPr>
          <p:cNvPr id="4" name="Marcador de fecha 3">
            <a:extLst>
              <a:ext uri="{FF2B5EF4-FFF2-40B4-BE49-F238E27FC236}">
                <a16:creationId xmlns:a16="http://schemas.microsoft.com/office/drawing/2014/main" id="{C0070940-5919-2C95-2278-32E50BF14DD1}"/>
              </a:ext>
            </a:extLst>
          </p:cNvPr>
          <p:cNvSpPr>
            <a:spLocks noGrp="1"/>
          </p:cNvSpPr>
          <p:nvPr>
            <p:ph type="dt" sz="half" idx="10"/>
          </p:nvPr>
        </p:nvSpPr>
        <p:spPr/>
        <p:txBody>
          <a:bodyPr rtlCol="0"/>
          <a:lstStyle>
            <a:defPPr>
              <a:defRPr lang="es-ES"/>
            </a:defPPr>
          </a:lstStyle>
          <a:p>
            <a:pPr rtl="0"/>
            <a:r>
              <a:rPr lang="es-ES"/>
              <a:t>20XX</a:t>
            </a:r>
            <a:endParaRPr lang="es-ES" dirty="0"/>
          </a:p>
        </p:txBody>
      </p:sp>
      <p:sp>
        <p:nvSpPr>
          <p:cNvPr id="5" name="Marcador de pie de página 4">
            <a:extLst>
              <a:ext uri="{FF2B5EF4-FFF2-40B4-BE49-F238E27FC236}">
                <a16:creationId xmlns:a16="http://schemas.microsoft.com/office/drawing/2014/main" id="{1957D599-49CF-19FE-6D86-C5EDB765F413}"/>
              </a:ext>
            </a:extLst>
          </p:cNvPr>
          <p:cNvSpPr>
            <a:spLocks noGrp="1"/>
          </p:cNvSpPr>
          <p:nvPr>
            <p:ph type="ftr" sz="quarter" idx="11"/>
          </p:nvPr>
        </p:nvSpPr>
        <p:spPr/>
        <p:txBody>
          <a:bodyPr rtlCol="0"/>
          <a:lstStyle>
            <a:defPPr>
              <a:defRPr lang="es-ES"/>
            </a:defPPr>
          </a:lstStyle>
          <a:p>
            <a:pPr rtl="0"/>
            <a:endParaRPr lang="es-ES" dirty="0"/>
          </a:p>
        </p:txBody>
      </p:sp>
      <p:sp>
        <p:nvSpPr>
          <p:cNvPr id="6" name="Marcador de número de diapositiva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rtlCol="0"/>
          <a:lstStyle>
            <a:defPPr>
              <a:defRPr lang="es-ES"/>
            </a:defPPr>
          </a:lstStyle>
          <a:p>
            <a:pPr rtl="0"/>
            <a:fld id="{CBD12358-51D2-46B3-9BDE-DF29528B9454}" type="slidenum">
              <a:rPr lang="es-ES" smtClean="0"/>
              <a:t>‹Nº›</a:t>
            </a:fld>
            <a:endParaRPr lang="es-ES" dirty="0"/>
          </a:p>
        </p:txBody>
      </p:sp>
    </p:spTree>
    <p:extLst>
      <p:ext uri="{BB962C8B-B14F-4D97-AF65-F5344CB8AC3E}">
        <p14:creationId xmlns:p14="http://schemas.microsoft.com/office/powerpoint/2010/main" val="353552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os contenidos 1">
    <p:spTree>
      <p:nvGrpSpPr>
        <p:cNvPr id="1" name=""/>
        <p:cNvGrpSpPr/>
        <p:nvPr/>
      </p:nvGrpSpPr>
      <p:grpSpPr>
        <a:xfrm>
          <a:off x="0" y="0"/>
          <a:ext cx="0" cy="0"/>
          <a:chOff x="0" y="0"/>
          <a:chExt cx="0" cy="0"/>
        </a:xfrm>
      </p:grpSpPr>
      <p:sp>
        <p:nvSpPr>
          <p:cNvPr id="22" name="Elipse 21">
            <a:extLst>
              <a:ext uri="{FF2B5EF4-FFF2-40B4-BE49-F238E27FC236}">
                <a16:creationId xmlns:a16="http://schemas.microsoft.com/office/drawing/2014/main" id="{94729CA3-91C4-4A89-9448-A2F0E409177A}"/>
              </a:ext>
              <a:ext uri="{C183D7F6-B498-43B3-948B-1728B52AA6E4}">
                <adec:decorative xmlns:adec="http://schemas.microsoft.com/office/drawing/2017/decorative" val="1"/>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grpSp>
        <p:nvGrpSpPr>
          <p:cNvPr id="13" name="Grupo 12">
            <a:extLst>
              <a:ext uri="{FF2B5EF4-FFF2-40B4-BE49-F238E27FC236}">
                <a16:creationId xmlns:a16="http://schemas.microsoft.com/office/drawing/2014/main" id="{168347B7-45FA-4A01-924D-DC385B720B3E}"/>
              </a:ext>
              <a:ext uri="{C183D7F6-B498-43B3-948B-1728B52AA6E4}">
                <adec:decorative xmlns:adec="http://schemas.microsoft.com/office/drawing/2017/decorative" val="1"/>
              </a:ext>
            </a:extLst>
          </p:cNvPr>
          <p:cNvGrpSpPr/>
          <p:nvPr/>
        </p:nvGrpSpPr>
        <p:grpSpPr>
          <a:xfrm>
            <a:off x="331786" y="5528198"/>
            <a:ext cx="631474" cy="667800"/>
            <a:chOff x="2994153" y="1378666"/>
            <a:chExt cx="631474" cy="667800"/>
          </a:xfrm>
        </p:grpSpPr>
        <p:sp>
          <p:nvSpPr>
            <p:cNvPr id="20" name="Forma libre: Forma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21" name="Elipse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grpSp>
      <p:sp>
        <p:nvSpPr>
          <p:cNvPr id="2" name="Título 1">
            <a:extLst>
              <a:ext uri="{FF2B5EF4-FFF2-40B4-BE49-F238E27FC236}">
                <a16:creationId xmlns:a16="http://schemas.microsoft.com/office/drawing/2014/main" id="{8978E540-142B-4A82-9C3F-E61BC190AEED}"/>
              </a:ext>
            </a:extLst>
          </p:cNvPr>
          <p:cNvSpPr>
            <a:spLocks noGrp="1"/>
          </p:cNvSpPr>
          <p:nvPr>
            <p:ph type="title" hasCustomPrompt="1"/>
          </p:nvPr>
        </p:nvSpPr>
        <p:spPr>
          <a:xfrm>
            <a:off x="550863" y="508635"/>
            <a:ext cx="11090274" cy="1332000"/>
          </a:xfrm>
        </p:spPr>
        <p:txBody>
          <a:bodyPr rtlCol="0">
            <a:normAutofit/>
          </a:bodyPr>
          <a:lstStyle>
            <a:lvl1pPr>
              <a:lnSpc>
                <a:spcPct val="100000"/>
              </a:lnSpc>
              <a:defRPr lang="es-ES" sz="4000"/>
            </a:lvl1pPr>
          </a:lstStyle>
          <a:p>
            <a:pPr rtl="0"/>
            <a:r>
              <a:rPr lang="es-ES"/>
              <a:t>Haga clic para agregar un título</a:t>
            </a:r>
          </a:p>
        </p:txBody>
      </p:sp>
      <p:sp>
        <p:nvSpPr>
          <p:cNvPr id="3" name="Marcador de contenido 2">
            <a:extLst>
              <a:ext uri="{FF2B5EF4-FFF2-40B4-BE49-F238E27FC236}">
                <a16:creationId xmlns:a16="http://schemas.microsoft.com/office/drawing/2014/main" id="{02C6BF36-D4F5-4363-B440-BDAE50BBD4B6}"/>
              </a:ext>
            </a:extLst>
          </p:cNvPr>
          <p:cNvSpPr>
            <a:spLocks noGrp="1"/>
          </p:cNvSpPr>
          <p:nvPr>
            <p:ph sz="half" idx="1" hasCustomPrompt="1"/>
          </p:nvPr>
        </p:nvSpPr>
        <p:spPr>
          <a:xfrm>
            <a:off x="550862" y="2097175"/>
            <a:ext cx="5435600" cy="3995650"/>
          </a:xfrm>
        </p:spPr>
        <p:txBody>
          <a:bodyPr rtlCol="0">
            <a:normAutofit/>
          </a:bodyPr>
          <a:lstStyle>
            <a:lvl1pPr marL="0" indent="0">
              <a:spcBef>
                <a:spcPts val="1000"/>
              </a:spcBef>
              <a:buNone/>
              <a:defRPr lang="es-ES" sz="1800">
                <a:solidFill>
                  <a:schemeClr val="tx1"/>
                </a:solidFill>
              </a:defRPr>
            </a:lvl1pPr>
            <a:lvl2pPr marL="228600">
              <a:spcBef>
                <a:spcPts val="1000"/>
              </a:spcBef>
              <a:defRPr lang="es-ES" sz="1800">
                <a:solidFill>
                  <a:schemeClr val="tx1"/>
                </a:solidFill>
              </a:defRPr>
            </a:lvl2pPr>
            <a:lvl3pPr marL="411480" indent="-228600">
              <a:spcBef>
                <a:spcPts val="1000"/>
              </a:spcBef>
              <a:defRPr lang="es-ES" sz="1800">
                <a:solidFill>
                  <a:schemeClr val="tx1"/>
                </a:solidFill>
              </a:defRPr>
            </a:lvl3pPr>
            <a:lvl4pPr marL="594360">
              <a:spcBef>
                <a:spcPts val="1000"/>
              </a:spcBef>
              <a:defRPr lang="es-ES" sz="1800">
                <a:solidFill>
                  <a:schemeClr val="tx1"/>
                </a:solidFill>
              </a:defRPr>
            </a:lvl4pPr>
            <a:lvl5pPr marL="777240">
              <a:spcBef>
                <a:spcPts val="1000"/>
              </a:spcBef>
              <a:defRPr lang="es-ES" sz="1800">
                <a:solidFill>
                  <a:schemeClr val="tx1"/>
                </a:solidFill>
              </a:defRPr>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11" name="Marcador de contenido 2">
            <a:extLst>
              <a:ext uri="{FF2B5EF4-FFF2-40B4-BE49-F238E27FC236}">
                <a16:creationId xmlns:a16="http://schemas.microsoft.com/office/drawing/2014/main" id="{6B65629D-0977-C0EA-5E0B-C4822F43DAEE}"/>
              </a:ext>
            </a:extLst>
          </p:cNvPr>
          <p:cNvSpPr>
            <a:spLocks noGrp="1"/>
          </p:cNvSpPr>
          <p:nvPr>
            <p:ph sz="half" idx="13" hasCustomPrompt="1"/>
          </p:nvPr>
        </p:nvSpPr>
        <p:spPr>
          <a:xfrm>
            <a:off x="6205540" y="2097175"/>
            <a:ext cx="5435600" cy="3995650"/>
          </a:xfrm>
        </p:spPr>
        <p:txBody>
          <a:bodyPr rtlCol="0">
            <a:normAutofit/>
          </a:bodyPr>
          <a:lstStyle>
            <a:lvl1pPr marL="0" indent="0">
              <a:spcBef>
                <a:spcPts val="1000"/>
              </a:spcBef>
              <a:buNone/>
              <a:defRPr lang="es-ES" sz="1800">
                <a:solidFill>
                  <a:schemeClr val="tx1"/>
                </a:solidFill>
              </a:defRPr>
            </a:lvl1pPr>
            <a:lvl2pPr marL="228600">
              <a:spcBef>
                <a:spcPts val="1000"/>
              </a:spcBef>
              <a:defRPr lang="es-ES" sz="1800">
                <a:solidFill>
                  <a:schemeClr val="tx1"/>
                </a:solidFill>
              </a:defRPr>
            </a:lvl2pPr>
            <a:lvl3pPr marL="411480" indent="-228600">
              <a:spcBef>
                <a:spcPts val="1000"/>
              </a:spcBef>
              <a:defRPr lang="es-ES" sz="1800">
                <a:solidFill>
                  <a:schemeClr val="tx1"/>
                </a:solidFill>
              </a:defRPr>
            </a:lvl3pPr>
            <a:lvl4pPr marL="594360">
              <a:spcBef>
                <a:spcPts val="1000"/>
              </a:spcBef>
              <a:defRPr lang="es-ES" sz="1800">
                <a:solidFill>
                  <a:schemeClr val="tx1"/>
                </a:solidFill>
              </a:defRPr>
            </a:lvl4pPr>
            <a:lvl5pPr marL="777240">
              <a:spcBef>
                <a:spcPts val="1000"/>
              </a:spcBef>
              <a:defRPr lang="es-ES" sz="1800">
                <a:solidFill>
                  <a:schemeClr val="tx1"/>
                </a:solidFill>
              </a:defRPr>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5" name="Marcador de fecha 4">
            <a:extLst>
              <a:ext uri="{FF2B5EF4-FFF2-40B4-BE49-F238E27FC236}">
                <a16:creationId xmlns:a16="http://schemas.microsoft.com/office/drawing/2014/main" id="{BB99A8AF-0998-4613-B1D8-C14ECBFFDF67}"/>
              </a:ext>
            </a:extLst>
          </p:cNvPr>
          <p:cNvSpPr>
            <a:spLocks noGrp="1"/>
          </p:cNvSpPr>
          <p:nvPr>
            <p:ph type="dt" sz="half" idx="10"/>
          </p:nvPr>
        </p:nvSpPr>
        <p:spPr/>
        <p:txBody>
          <a:bodyPr rtlCol="0"/>
          <a:lstStyle>
            <a:defPPr>
              <a:defRPr lang="es-ES"/>
            </a:defPPr>
          </a:lstStyle>
          <a:p>
            <a:pPr rtl="0"/>
            <a:r>
              <a:rPr lang="es-ES"/>
              <a:t>20XX</a:t>
            </a:r>
            <a:endParaRPr lang="es-ES" dirty="0"/>
          </a:p>
        </p:txBody>
      </p:sp>
      <p:sp>
        <p:nvSpPr>
          <p:cNvPr id="6" name="Marcador de pie de página 5">
            <a:extLst>
              <a:ext uri="{FF2B5EF4-FFF2-40B4-BE49-F238E27FC236}">
                <a16:creationId xmlns:a16="http://schemas.microsoft.com/office/drawing/2014/main" id="{66E44EAA-B8A9-4428-A9DF-1174DA940990}"/>
              </a:ext>
            </a:extLst>
          </p:cNvPr>
          <p:cNvSpPr>
            <a:spLocks noGrp="1"/>
          </p:cNvSpPr>
          <p:nvPr>
            <p:ph type="ftr" sz="quarter" idx="11"/>
          </p:nvPr>
        </p:nvSpPr>
        <p:spPr/>
        <p:txBody>
          <a:bodyPr rtlCol="0"/>
          <a:lstStyle>
            <a:defPPr>
              <a:defRPr lang="es-ES"/>
            </a:defPPr>
          </a:lstStyle>
          <a:p>
            <a:pPr rtl="0"/>
            <a:endParaRPr lang="es-ES" dirty="0"/>
          </a:p>
        </p:txBody>
      </p:sp>
      <p:sp>
        <p:nvSpPr>
          <p:cNvPr id="7" name="Marcador de número de diapositiva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rtlCol="0"/>
          <a:lstStyle>
            <a:defPPr>
              <a:defRPr lang="es-ES"/>
            </a:defPPr>
          </a:lstStyle>
          <a:p>
            <a:pPr rtl="0"/>
            <a:fld id="{DBA1B0FB-D917-4C8C-928F-313BD683BF39}" type="slidenum">
              <a:rPr lang="es-ES" smtClean="0"/>
              <a:t>‹Nº›</a:t>
            </a:fld>
            <a:endParaRPr lang="es-ES" dirty="0"/>
          </a:p>
        </p:txBody>
      </p:sp>
    </p:spTree>
    <p:extLst>
      <p:ext uri="{BB962C8B-B14F-4D97-AF65-F5344CB8AC3E}">
        <p14:creationId xmlns:p14="http://schemas.microsoft.com/office/powerpoint/2010/main" val="1806119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ontenido + imagen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40C44A-93E6-6C58-5E88-AFDC594EC27A}"/>
              </a:ext>
            </a:extLst>
          </p:cNvPr>
          <p:cNvSpPr>
            <a:spLocks noGrp="1"/>
          </p:cNvSpPr>
          <p:nvPr>
            <p:ph type="title" hasCustomPrompt="1"/>
          </p:nvPr>
        </p:nvSpPr>
        <p:spPr>
          <a:xfrm>
            <a:off x="600974" y="196900"/>
            <a:ext cx="4899628" cy="2331490"/>
          </a:xfrm>
        </p:spPr>
        <p:txBody>
          <a:bodyPr rtlCol="0" anchor="b" anchorCtr="0">
            <a:noAutofit/>
          </a:bodyPr>
          <a:lstStyle>
            <a:lvl1pPr algn="r">
              <a:defRPr lang="es-ES" sz="4000"/>
            </a:lvl1pPr>
          </a:lstStyle>
          <a:p>
            <a:pPr rtl="0"/>
            <a:r>
              <a:rPr lang="es-ES"/>
              <a:t>Haga clic para agregar un título</a:t>
            </a:r>
          </a:p>
        </p:txBody>
      </p:sp>
      <p:sp>
        <p:nvSpPr>
          <p:cNvPr id="3" name="Marcador de contenido 2">
            <a:extLst>
              <a:ext uri="{FF2B5EF4-FFF2-40B4-BE49-F238E27FC236}">
                <a16:creationId xmlns:a16="http://schemas.microsoft.com/office/drawing/2014/main" id="{0C813049-5F46-053E-6279-8183259649A6}"/>
              </a:ext>
            </a:extLst>
          </p:cNvPr>
          <p:cNvSpPr>
            <a:spLocks noGrp="1"/>
          </p:cNvSpPr>
          <p:nvPr>
            <p:ph sz="half" idx="1" hasCustomPrompt="1"/>
          </p:nvPr>
        </p:nvSpPr>
        <p:spPr>
          <a:xfrm>
            <a:off x="583162" y="2827209"/>
            <a:ext cx="4917440" cy="3442144"/>
          </a:xfrm>
        </p:spPr>
        <p:txBody>
          <a:bodyPr rtlCol="0">
            <a:normAutofit/>
          </a:bodyPr>
          <a:lstStyle>
            <a:lvl1pPr marL="0" indent="0" algn="r">
              <a:buNone/>
              <a:defRPr lang="es-ES" sz="1800">
                <a:solidFill>
                  <a:schemeClr val="tx1"/>
                </a:solidFill>
              </a:defRPr>
            </a:lvl1pPr>
            <a:lvl2pPr algn="r">
              <a:defRPr lang="es-ES" sz="1200">
                <a:solidFill>
                  <a:schemeClr val="tx1"/>
                </a:solidFill>
              </a:defRPr>
            </a:lvl2pPr>
            <a:lvl3pPr algn="r">
              <a:defRPr lang="es-ES" sz="1200">
                <a:solidFill>
                  <a:schemeClr val="tx1"/>
                </a:solidFill>
              </a:defRPr>
            </a:lvl3pPr>
            <a:lvl4pPr algn="r">
              <a:defRPr lang="es-ES" sz="1200">
                <a:solidFill>
                  <a:schemeClr val="tx1"/>
                </a:solidFill>
              </a:defRPr>
            </a:lvl4pPr>
            <a:lvl5pPr algn="r">
              <a:defRPr lang="es-ES" sz="1200">
                <a:solidFill>
                  <a:schemeClr val="tx1"/>
                </a:solidFill>
              </a:defRPr>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8" name="Marcador de posición de imagen 7">
            <a:extLst>
              <a:ext uri="{FF2B5EF4-FFF2-40B4-BE49-F238E27FC236}">
                <a16:creationId xmlns:a16="http://schemas.microsoft.com/office/drawing/2014/main" id="{BC013AD6-0EF3-2B25-DDBD-2DF706123AEE}"/>
              </a:ext>
            </a:extLst>
          </p:cNvPr>
          <p:cNvSpPr>
            <a:spLocks noGrp="1"/>
          </p:cNvSpPr>
          <p:nvPr>
            <p:ph type="pic" sz="quarter" idx="13"/>
          </p:nvPr>
        </p:nvSpPr>
        <p:spPr>
          <a:xfrm>
            <a:off x="6095588" y="0"/>
            <a:ext cx="6095998" cy="6858000"/>
          </a:xfrm>
        </p:spPr>
        <p:txBody>
          <a:bodyPr rtlCol="0">
            <a:normAutofit/>
          </a:bodyPr>
          <a:lstStyle>
            <a:lvl1pPr marL="0" indent="0" algn="ctr">
              <a:buNone/>
              <a:defRPr lang="es-ES" sz="2000">
                <a:solidFill>
                  <a:schemeClr val="tx1"/>
                </a:solidFill>
              </a:defRPr>
            </a:lvl1pPr>
          </a:lstStyle>
          <a:p>
            <a:pPr rtl="0"/>
            <a:r>
              <a:rPr lang="es-ES"/>
              <a:t>Haga clic en el icono para agregar una imagen</a:t>
            </a:r>
          </a:p>
        </p:txBody>
      </p:sp>
      <p:grpSp>
        <p:nvGrpSpPr>
          <p:cNvPr id="4" name="Grupo 3">
            <a:extLst>
              <a:ext uri="{FF2B5EF4-FFF2-40B4-BE49-F238E27FC236}">
                <a16:creationId xmlns:a16="http://schemas.microsoft.com/office/drawing/2014/main" id="{A904CD02-7C7D-28DD-85A8-2FD92C29D32A}"/>
              </a:ext>
              <a:ext uri="{C183D7F6-B498-43B3-948B-1728B52AA6E4}">
                <adec:decorative xmlns:adec="http://schemas.microsoft.com/office/drawing/2017/decorative" val="1"/>
              </a:ext>
            </a:extLst>
          </p:cNvPr>
          <p:cNvGrpSpPr/>
          <p:nvPr userDrawn="1"/>
        </p:nvGrpSpPr>
        <p:grpSpPr>
          <a:xfrm>
            <a:off x="4803321" y="682622"/>
            <a:ext cx="734257" cy="760506"/>
            <a:chOff x="5243759" y="1363788"/>
            <a:chExt cx="734257" cy="760506"/>
          </a:xfrm>
        </p:grpSpPr>
        <p:sp>
          <p:nvSpPr>
            <p:cNvPr id="9" name="Forma libre 5">
              <a:extLst>
                <a:ext uri="{FF2B5EF4-FFF2-40B4-BE49-F238E27FC236}">
                  <a16:creationId xmlns:a16="http://schemas.microsoft.com/office/drawing/2014/main" id="{FB7341D0-DC30-9661-B3E0-91DE7C37946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10" name="Forma libre 6">
              <a:extLst>
                <a:ext uri="{FF2B5EF4-FFF2-40B4-BE49-F238E27FC236}">
                  <a16:creationId xmlns:a16="http://schemas.microsoft.com/office/drawing/2014/main" id="{92A118B5-9F91-EA1B-3F95-6BFA5095544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11" name="Forma libre 8">
              <a:extLst>
                <a:ext uri="{FF2B5EF4-FFF2-40B4-BE49-F238E27FC236}">
                  <a16:creationId xmlns:a16="http://schemas.microsoft.com/office/drawing/2014/main" id="{208891A5-91FA-D924-CB46-E74B50635001}"/>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grpSp>
      <p:sp>
        <p:nvSpPr>
          <p:cNvPr id="15" name="Elipse 14">
            <a:extLst>
              <a:ext uri="{FF2B5EF4-FFF2-40B4-BE49-F238E27FC236}">
                <a16:creationId xmlns:a16="http://schemas.microsoft.com/office/drawing/2014/main" id="{BE5F7483-2261-D4C4-30E3-2D379D8CA06D}"/>
              </a:ext>
              <a:ext uri="{C183D7F6-B498-43B3-948B-1728B52AA6E4}">
                <adec:decorative xmlns:adec="http://schemas.microsoft.com/office/drawing/2017/decorative" val="1"/>
              </a:ext>
            </a:extLst>
          </p:cNvPr>
          <p:cNvSpPr>
            <a:spLocks noChangeAspect="1"/>
          </p:cNvSpPr>
          <p:nvPr userDrawn="1"/>
        </p:nvSpPr>
        <p:spPr>
          <a:xfrm>
            <a:off x="1189378" y="523262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Tree>
    <p:extLst>
      <p:ext uri="{BB962C8B-B14F-4D97-AF65-F5344CB8AC3E}">
        <p14:creationId xmlns:p14="http://schemas.microsoft.com/office/powerpoint/2010/main" val="2435617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Contenido + tabl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40C44A-93E6-6C58-5E88-AFDC594EC27A}"/>
              </a:ext>
            </a:extLst>
          </p:cNvPr>
          <p:cNvSpPr>
            <a:spLocks noGrp="1"/>
          </p:cNvSpPr>
          <p:nvPr>
            <p:ph type="title" hasCustomPrompt="1"/>
          </p:nvPr>
        </p:nvSpPr>
        <p:spPr>
          <a:xfrm>
            <a:off x="550863" y="550801"/>
            <a:ext cx="11090275" cy="1237360"/>
          </a:xfrm>
        </p:spPr>
        <p:txBody>
          <a:bodyPr rtlCol="0" anchor="t" anchorCtr="0">
            <a:noAutofit/>
          </a:bodyPr>
          <a:lstStyle>
            <a:lvl1pPr>
              <a:defRPr lang="es-ES" sz="4000"/>
            </a:lvl1pPr>
          </a:lstStyle>
          <a:p>
            <a:pPr rtl="0"/>
            <a:r>
              <a:rPr lang="es-ES"/>
              <a:t>Haga clic para agregar un título</a:t>
            </a:r>
          </a:p>
        </p:txBody>
      </p:sp>
      <p:sp>
        <p:nvSpPr>
          <p:cNvPr id="3" name="Marcador de contenido 2">
            <a:extLst>
              <a:ext uri="{FF2B5EF4-FFF2-40B4-BE49-F238E27FC236}">
                <a16:creationId xmlns:a16="http://schemas.microsoft.com/office/drawing/2014/main" id="{0C813049-5F46-053E-6279-8183259649A6}"/>
              </a:ext>
            </a:extLst>
          </p:cNvPr>
          <p:cNvSpPr>
            <a:spLocks noGrp="1"/>
          </p:cNvSpPr>
          <p:nvPr>
            <p:ph sz="half" idx="1" hasCustomPrompt="1"/>
          </p:nvPr>
        </p:nvSpPr>
        <p:spPr>
          <a:xfrm>
            <a:off x="553720" y="1917065"/>
            <a:ext cx="2921000" cy="4297680"/>
          </a:xfrm>
        </p:spPr>
        <p:txBody>
          <a:bodyPr rtlCol="0">
            <a:normAutofit/>
          </a:bodyPr>
          <a:lstStyle>
            <a:lvl1pPr marL="0" indent="0">
              <a:buNone/>
              <a:defRPr lang="es-ES" sz="1800">
                <a:solidFill>
                  <a:schemeClr val="tx1"/>
                </a:solidFill>
              </a:defRPr>
            </a:lvl1pPr>
            <a:lvl2pPr>
              <a:defRPr lang="es-ES" sz="1200">
                <a:solidFill>
                  <a:schemeClr val="tx1"/>
                </a:solidFill>
              </a:defRPr>
            </a:lvl2pPr>
            <a:lvl3pPr>
              <a:defRPr lang="es-ES" sz="1200">
                <a:solidFill>
                  <a:schemeClr val="tx1"/>
                </a:solidFill>
              </a:defRPr>
            </a:lvl3pPr>
            <a:lvl4pPr>
              <a:defRPr lang="es-ES" sz="1200">
                <a:solidFill>
                  <a:schemeClr val="tx1"/>
                </a:solidFill>
              </a:defRPr>
            </a:lvl4pPr>
            <a:lvl5pPr>
              <a:defRPr lang="es-ES" sz="1200">
                <a:solidFill>
                  <a:schemeClr val="tx1"/>
                </a:solidFill>
              </a:defRPr>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8" name="Marcador de posición de tabla 7">
            <a:extLst>
              <a:ext uri="{FF2B5EF4-FFF2-40B4-BE49-F238E27FC236}">
                <a16:creationId xmlns:a16="http://schemas.microsoft.com/office/drawing/2014/main" id="{423FEB60-8FB5-7F10-EDD7-8AB4B3139EF6}"/>
              </a:ext>
            </a:extLst>
          </p:cNvPr>
          <p:cNvSpPr>
            <a:spLocks noGrp="1"/>
          </p:cNvSpPr>
          <p:nvPr>
            <p:ph type="tbl" sz="quarter" idx="13" hasCustomPrompt="1"/>
          </p:nvPr>
        </p:nvSpPr>
        <p:spPr>
          <a:xfrm>
            <a:off x="4048759" y="1917065"/>
            <a:ext cx="7591799" cy="4297680"/>
          </a:xfrm>
        </p:spPr>
        <p:txBody>
          <a:bodyPr rtlCol="0">
            <a:normAutofit/>
          </a:bodyPr>
          <a:lstStyle>
            <a:lvl1pPr>
              <a:defRPr lang="es-ES" sz="2000">
                <a:solidFill>
                  <a:schemeClr val="tx1"/>
                </a:solidFill>
              </a:defRPr>
            </a:lvl1pPr>
          </a:lstStyle>
          <a:p>
            <a:pPr rtl="0"/>
            <a:r>
              <a:rPr lang="es-ES"/>
              <a:t>Haga clic en el icono para insertar una tabla</a:t>
            </a:r>
          </a:p>
        </p:txBody>
      </p:sp>
      <p:sp>
        <p:nvSpPr>
          <p:cNvPr id="5" name="Marcador de fecha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es-ES"/>
            </a:defPPr>
          </a:lstStyle>
          <a:p>
            <a:pPr rtl="0"/>
            <a:r>
              <a:rPr lang="es-ES"/>
              <a:t>20XX</a:t>
            </a:r>
            <a:endParaRPr lang="es-ES" dirty="0"/>
          </a:p>
        </p:txBody>
      </p:sp>
      <p:sp>
        <p:nvSpPr>
          <p:cNvPr id="6" name="Marcador de pie de página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es-ES"/>
            </a:defPPr>
          </a:lstStyle>
          <a:p>
            <a:pPr rtl="0"/>
            <a:endParaRPr lang="es-ES" dirty="0"/>
          </a:p>
        </p:txBody>
      </p:sp>
      <p:sp>
        <p:nvSpPr>
          <p:cNvPr id="7" name="Marcador de número de diapositiva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es-ES"/>
            </a:defPPr>
          </a:lstStyle>
          <a:p>
            <a:pPr rtl="0"/>
            <a:fld id="{CBD12358-51D2-46B3-9BDE-DF29528B9454}" type="slidenum">
              <a:rPr lang="es-ES" smtClean="0"/>
              <a:t>‹Nº›</a:t>
            </a:fld>
            <a:endParaRPr lang="es-ES" dirty="0"/>
          </a:p>
        </p:txBody>
      </p:sp>
    </p:spTree>
    <p:extLst>
      <p:ext uri="{BB962C8B-B14F-4D97-AF65-F5344CB8AC3E}">
        <p14:creationId xmlns:p14="http://schemas.microsoft.com/office/powerpoint/2010/main" val="2019083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os contenidos">
    <p:spTree>
      <p:nvGrpSpPr>
        <p:cNvPr id="1" name=""/>
        <p:cNvGrpSpPr/>
        <p:nvPr/>
      </p:nvGrpSpPr>
      <p:grpSpPr>
        <a:xfrm>
          <a:off x="0" y="0"/>
          <a:ext cx="0" cy="0"/>
          <a:chOff x="0" y="0"/>
          <a:chExt cx="0" cy="0"/>
        </a:xfrm>
      </p:grpSpPr>
      <p:sp>
        <p:nvSpPr>
          <p:cNvPr id="22" name="Elipse 21">
            <a:extLst>
              <a:ext uri="{FF2B5EF4-FFF2-40B4-BE49-F238E27FC236}">
                <a16:creationId xmlns:a16="http://schemas.microsoft.com/office/drawing/2014/main" id="{94729CA3-91C4-4A89-9448-A2F0E409177A}"/>
              </a:ext>
              <a:ext uri="{C183D7F6-B498-43B3-948B-1728B52AA6E4}">
                <adec:decorative xmlns:adec="http://schemas.microsoft.com/office/drawing/2017/decorative" val="1"/>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2" name="Título 1">
            <a:extLst>
              <a:ext uri="{FF2B5EF4-FFF2-40B4-BE49-F238E27FC236}">
                <a16:creationId xmlns:a16="http://schemas.microsoft.com/office/drawing/2014/main" id="{8978E540-142B-4A82-9C3F-E61BC190AEED}"/>
              </a:ext>
            </a:extLst>
          </p:cNvPr>
          <p:cNvSpPr>
            <a:spLocks noGrp="1"/>
          </p:cNvSpPr>
          <p:nvPr>
            <p:ph type="title" hasCustomPrompt="1"/>
          </p:nvPr>
        </p:nvSpPr>
        <p:spPr>
          <a:xfrm>
            <a:off x="550863" y="488315"/>
            <a:ext cx="11090274" cy="1332000"/>
          </a:xfrm>
        </p:spPr>
        <p:txBody>
          <a:bodyPr rtlCol="0">
            <a:normAutofit/>
          </a:bodyPr>
          <a:lstStyle>
            <a:lvl1pPr>
              <a:lnSpc>
                <a:spcPct val="100000"/>
              </a:lnSpc>
              <a:defRPr lang="es-ES" sz="4000"/>
            </a:lvl1pPr>
          </a:lstStyle>
          <a:p>
            <a:pPr rtl="0"/>
            <a:r>
              <a:rPr lang="es-ES"/>
              <a:t>Haga clic para agregar un título</a:t>
            </a:r>
          </a:p>
        </p:txBody>
      </p:sp>
      <p:grpSp>
        <p:nvGrpSpPr>
          <p:cNvPr id="11" name="Grupo 10">
            <a:extLst>
              <a:ext uri="{FF2B5EF4-FFF2-40B4-BE49-F238E27FC236}">
                <a16:creationId xmlns:a16="http://schemas.microsoft.com/office/drawing/2014/main" id="{6EFC6ED4-22DD-0C3B-D15A-218307AB6DF2}"/>
              </a:ext>
              <a:ext uri="{C183D7F6-B498-43B3-948B-1728B52AA6E4}">
                <adec:decorative xmlns:adec="http://schemas.microsoft.com/office/drawing/2017/decorative" val="1"/>
              </a:ext>
            </a:extLst>
          </p:cNvPr>
          <p:cNvGrpSpPr/>
          <p:nvPr userDrawn="1"/>
        </p:nvGrpSpPr>
        <p:grpSpPr>
          <a:xfrm>
            <a:off x="10379261" y="2030035"/>
            <a:ext cx="1335600" cy="1262947"/>
            <a:chOff x="10145015" y="2343978"/>
            <a:chExt cx="1335600" cy="1262947"/>
          </a:xfrm>
        </p:grpSpPr>
        <p:sp>
          <p:nvSpPr>
            <p:cNvPr id="12" name="Forma libre: Forma 25">
              <a:extLst>
                <a:ext uri="{FF2B5EF4-FFF2-40B4-BE49-F238E27FC236}">
                  <a16:creationId xmlns:a16="http://schemas.microsoft.com/office/drawing/2014/main" id="{E4CD0F67-4BE8-1120-FCAE-806F9E18DD58}"/>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14" name="Elipse 13">
              <a:extLst>
                <a:ext uri="{FF2B5EF4-FFF2-40B4-BE49-F238E27FC236}">
                  <a16:creationId xmlns:a16="http://schemas.microsoft.com/office/drawing/2014/main" id="{59B74B85-E3CB-E24E-54C6-AB161411D93A}"/>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grpSp>
      <p:sp>
        <p:nvSpPr>
          <p:cNvPr id="15" name="Forma libre: Forma 21">
            <a:extLst>
              <a:ext uri="{FF2B5EF4-FFF2-40B4-BE49-F238E27FC236}">
                <a16:creationId xmlns:a16="http://schemas.microsoft.com/office/drawing/2014/main" id="{5781DEED-6608-D622-CA5E-C91FD8645ED6}"/>
              </a:ext>
              <a:ext uri="{C183D7F6-B498-43B3-948B-1728B52AA6E4}">
                <adec:decorative xmlns:adec="http://schemas.microsoft.com/office/drawing/2017/decorative" val="1"/>
              </a:ext>
            </a:extLst>
          </p:cNvPr>
          <p:cNvSpPr>
            <a:spLocks noChangeAspect="1"/>
          </p:cNvSpPr>
          <p:nvPr userDrawn="1"/>
        </p:nvSpPr>
        <p:spPr>
          <a:xfrm>
            <a:off x="4295775" y="0"/>
            <a:ext cx="360000" cy="274638"/>
          </a:xfrm>
          <a:custGeom>
            <a:avLst/>
            <a:gdLst>
              <a:gd name="connsiteX0" fmla="*/ 30714 w 360000"/>
              <a:gd name="connsiteY0" fmla="*/ 0 h 274638"/>
              <a:gd name="connsiteX1" fmla="*/ 329286 w 360000"/>
              <a:gd name="connsiteY1" fmla="*/ 0 h 274638"/>
              <a:gd name="connsiteX2" fmla="*/ 345855 w 360000"/>
              <a:gd name="connsiteY2" fmla="*/ 24574 h 274638"/>
              <a:gd name="connsiteX3" fmla="*/ 360000 w 360000"/>
              <a:gd name="connsiteY3" fmla="*/ 94638 h 274638"/>
              <a:gd name="connsiteX4" fmla="*/ 180000 w 360000"/>
              <a:gd name="connsiteY4" fmla="*/ 274638 h 274638"/>
              <a:gd name="connsiteX5" fmla="*/ 0 w 360000"/>
              <a:gd name="connsiteY5" fmla="*/ 94638 h 274638"/>
              <a:gd name="connsiteX6" fmla="*/ 14145 w 360000"/>
              <a:gd name="connsiteY6" fmla="*/ 24574 h 27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0" h="274638">
                <a:moveTo>
                  <a:pt x="30714" y="0"/>
                </a:moveTo>
                <a:lnTo>
                  <a:pt x="329286" y="0"/>
                </a:lnTo>
                <a:lnTo>
                  <a:pt x="345855" y="24574"/>
                </a:lnTo>
                <a:cubicBezTo>
                  <a:pt x="354963" y="46109"/>
                  <a:pt x="360000" y="69785"/>
                  <a:pt x="360000" y="94638"/>
                </a:cubicBezTo>
                <a:cubicBezTo>
                  <a:pt x="360000" y="194049"/>
                  <a:pt x="279411" y="274638"/>
                  <a:pt x="180000" y="274638"/>
                </a:cubicBezTo>
                <a:cubicBezTo>
                  <a:pt x="80589" y="274638"/>
                  <a:pt x="0" y="194049"/>
                  <a:pt x="0" y="94638"/>
                </a:cubicBezTo>
                <a:cubicBezTo>
                  <a:pt x="0" y="69785"/>
                  <a:pt x="5037" y="46109"/>
                  <a:pt x="14145" y="24574"/>
                </a:cubicBezTo>
                <a:close/>
              </a:path>
            </a:pathLst>
          </a:cu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grpSp>
        <p:nvGrpSpPr>
          <p:cNvPr id="13" name="Grupo 12">
            <a:extLst>
              <a:ext uri="{FF2B5EF4-FFF2-40B4-BE49-F238E27FC236}">
                <a16:creationId xmlns:a16="http://schemas.microsoft.com/office/drawing/2014/main" id="{168347B7-45FA-4A01-924D-DC385B720B3E}"/>
              </a:ext>
              <a:ext uri="{C183D7F6-B498-43B3-948B-1728B52AA6E4}">
                <adec:decorative xmlns:adec="http://schemas.microsoft.com/office/drawing/2017/decorative" val="1"/>
              </a:ext>
            </a:extLst>
          </p:cNvPr>
          <p:cNvGrpSpPr/>
          <p:nvPr/>
        </p:nvGrpSpPr>
        <p:grpSpPr>
          <a:xfrm>
            <a:off x="331786" y="5528198"/>
            <a:ext cx="631474" cy="667800"/>
            <a:chOff x="2994153" y="1378666"/>
            <a:chExt cx="631474" cy="667800"/>
          </a:xfrm>
        </p:grpSpPr>
        <p:sp>
          <p:nvSpPr>
            <p:cNvPr id="20" name="Forma libre: Forma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21" name="Elipse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grpSp>
      <p:sp>
        <p:nvSpPr>
          <p:cNvPr id="3" name="Marcador de contenido 2">
            <a:extLst>
              <a:ext uri="{FF2B5EF4-FFF2-40B4-BE49-F238E27FC236}">
                <a16:creationId xmlns:a16="http://schemas.microsoft.com/office/drawing/2014/main" id="{02C6BF36-D4F5-4363-B440-BDAE50BBD4B6}"/>
              </a:ext>
            </a:extLst>
          </p:cNvPr>
          <p:cNvSpPr>
            <a:spLocks noGrp="1"/>
          </p:cNvSpPr>
          <p:nvPr>
            <p:ph sz="half" idx="1" hasCustomPrompt="1"/>
          </p:nvPr>
        </p:nvSpPr>
        <p:spPr>
          <a:xfrm>
            <a:off x="550862" y="1965095"/>
            <a:ext cx="5435600" cy="3995650"/>
          </a:xfrm>
        </p:spPr>
        <p:txBody>
          <a:bodyPr rtlCol="0">
            <a:normAutofit/>
          </a:bodyPr>
          <a:lstStyle>
            <a:lvl1pPr marL="0" indent="0">
              <a:buNone/>
              <a:defRPr lang="es-ES" sz="1800">
                <a:solidFill>
                  <a:schemeClr val="tx1"/>
                </a:solidFill>
              </a:defRPr>
            </a:lvl1pPr>
            <a:lvl2pPr>
              <a:defRPr lang="es-ES" sz="1800">
                <a:solidFill>
                  <a:schemeClr val="tx1"/>
                </a:solidFill>
              </a:defRPr>
            </a:lvl2pPr>
            <a:lvl3pPr>
              <a:defRPr lang="es-ES" sz="1800">
                <a:solidFill>
                  <a:schemeClr val="tx1"/>
                </a:solidFill>
              </a:defRPr>
            </a:lvl3pPr>
            <a:lvl4pPr>
              <a:defRPr lang="es-ES" sz="1800">
                <a:solidFill>
                  <a:schemeClr val="tx1"/>
                </a:solidFill>
              </a:defRPr>
            </a:lvl4pPr>
            <a:lvl5pPr>
              <a:defRPr lang="es-ES" sz="1800">
                <a:solidFill>
                  <a:schemeClr val="tx1"/>
                </a:solidFill>
              </a:defRPr>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16" name="Marcador de contenido 2">
            <a:extLst>
              <a:ext uri="{FF2B5EF4-FFF2-40B4-BE49-F238E27FC236}">
                <a16:creationId xmlns:a16="http://schemas.microsoft.com/office/drawing/2014/main" id="{C4B946DE-F802-2F36-2789-09D7F8604081}"/>
              </a:ext>
            </a:extLst>
          </p:cNvPr>
          <p:cNvSpPr>
            <a:spLocks noGrp="1"/>
          </p:cNvSpPr>
          <p:nvPr>
            <p:ph sz="half" idx="13" hasCustomPrompt="1"/>
          </p:nvPr>
        </p:nvSpPr>
        <p:spPr>
          <a:xfrm>
            <a:off x="6301305" y="1965095"/>
            <a:ext cx="5339397" cy="3995650"/>
          </a:xfrm>
        </p:spPr>
        <p:txBody>
          <a:bodyPr rtlCol="0">
            <a:normAutofit/>
          </a:bodyPr>
          <a:lstStyle>
            <a:lvl1pPr marL="0" indent="0">
              <a:buNone/>
              <a:defRPr lang="es-ES" sz="1800">
                <a:solidFill>
                  <a:schemeClr val="tx1"/>
                </a:solidFill>
              </a:defRPr>
            </a:lvl1pPr>
            <a:lvl2pPr>
              <a:defRPr lang="es-ES" sz="1800">
                <a:solidFill>
                  <a:schemeClr val="tx1"/>
                </a:solidFill>
              </a:defRPr>
            </a:lvl2pPr>
            <a:lvl3pPr>
              <a:defRPr lang="es-ES" sz="1800">
                <a:solidFill>
                  <a:schemeClr val="tx1"/>
                </a:solidFill>
              </a:defRPr>
            </a:lvl3pPr>
            <a:lvl4pPr>
              <a:defRPr lang="es-ES" sz="1800">
                <a:solidFill>
                  <a:schemeClr val="tx1"/>
                </a:solidFill>
              </a:defRPr>
            </a:lvl4pPr>
            <a:lvl5pPr>
              <a:defRPr lang="es-ES" sz="1800">
                <a:solidFill>
                  <a:schemeClr val="tx1"/>
                </a:solidFill>
              </a:defRPr>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5" name="Marcador de fecha 4">
            <a:extLst>
              <a:ext uri="{FF2B5EF4-FFF2-40B4-BE49-F238E27FC236}">
                <a16:creationId xmlns:a16="http://schemas.microsoft.com/office/drawing/2014/main" id="{BB99A8AF-0998-4613-B1D8-C14ECBFFDF67}"/>
              </a:ext>
            </a:extLst>
          </p:cNvPr>
          <p:cNvSpPr>
            <a:spLocks noGrp="1"/>
          </p:cNvSpPr>
          <p:nvPr>
            <p:ph type="dt" sz="half" idx="10"/>
          </p:nvPr>
        </p:nvSpPr>
        <p:spPr/>
        <p:txBody>
          <a:bodyPr rtlCol="0"/>
          <a:lstStyle>
            <a:defPPr>
              <a:defRPr lang="es-ES"/>
            </a:defPPr>
          </a:lstStyle>
          <a:p>
            <a:pPr rtl="0"/>
            <a:r>
              <a:rPr lang="es-ES"/>
              <a:t>20XX</a:t>
            </a:r>
            <a:endParaRPr lang="es-ES" dirty="0"/>
          </a:p>
        </p:txBody>
      </p:sp>
      <p:sp>
        <p:nvSpPr>
          <p:cNvPr id="6" name="Marcador de pie de página 5">
            <a:extLst>
              <a:ext uri="{FF2B5EF4-FFF2-40B4-BE49-F238E27FC236}">
                <a16:creationId xmlns:a16="http://schemas.microsoft.com/office/drawing/2014/main" id="{66E44EAA-B8A9-4428-A9DF-1174DA940990}"/>
              </a:ext>
            </a:extLst>
          </p:cNvPr>
          <p:cNvSpPr>
            <a:spLocks noGrp="1"/>
          </p:cNvSpPr>
          <p:nvPr>
            <p:ph type="ftr" sz="quarter" idx="11"/>
          </p:nvPr>
        </p:nvSpPr>
        <p:spPr/>
        <p:txBody>
          <a:bodyPr rtlCol="0"/>
          <a:lstStyle>
            <a:defPPr>
              <a:defRPr lang="es-ES"/>
            </a:defPPr>
          </a:lstStyle>
          <a:p>
            <a:pPr rtl="0"/>
            <a:endParaRPr lang="es-ES" dirty="0"/>
          </a:p>
        </p:txBody>
      </p:sp>
      <p:sp>
        <p:nvSpPr>
          <p:cNvPr id="7" name="Marcador de número de diapositiva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rtlCol="0"/>
          <a:lstStyle>
            <a:defPPr>
              <a:defRPr lang="es-ES"/>
            </a:defPPr>
          </a:lstStyle>
          <a:p>
            <a:pPr rtl="0"/>
            <a:fld id="{DBA1B0FB-D917-4C8C-928F-313BD683BF39}" type="slidenum">
              <a:rPr lang="es-ES" smtClean="0"/>
              <a:t>‹Nº›</a:t>
            </a:fld>
            <a:endParaRPr lang="es-ES" dirty="0"/>
          </a:p>
        </p:txBody>
      </p:sp>
    </p:spTree>
    <p:extLst>
      <p:ext uri="{BB962C8B-B14F-4D97-AF65-F5344CB8AC3E}">
        <p14:creationId xmlns:p14="http://schemas.microsoft.com/office/powerpoint/2010/main" val="3617165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abl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57BD59-35CC-9BB3-8621-6FA3356F81AA}"/>
              </a:ext>
            </a:extLst>
          </p:cNvPr>
          <p:cNvSpPr>
            <a:spLocks noGrp="1"/>
          </p:cNvSpPr>
          <p:nvPr>
            <p:ph type="title" hasCustomPrompt="1"/>
          </p:nvPr>
        </p:nvSpPr>
        <p:spPr>
          <a:xfrm>
            <a:off x="550863" y="560961"/>
            <a:ext cx="11090275" cy="1186560"/>
          </a:xfrm>
        </p:spPr>
        <p:txBody>
          <a:bodyPr rtlCol="0" anchor="t" anchorCtr="0">
            <a:noAutofit/>
          </a:bodyPr>
          <a:lstStyle>
            <a:lvl1pPr>
              <a:defRPr lang="es-ES" sz="4000"/>
            </a:lvl1pPr>
          </a:lstStyle>
          <a:p>
            <a:pPr rtl="0"/>
            <a:r>
              <a:rPr lang="es-ES"/>
              <a:t>Haga clic para agregar un título</a:t>
            </a:r>
          </a:p>
        </p:txBody>
      </p:sp>
      <p:sp>
        <p:nvSpPr>
          <p:cNvPr id="4" name="Marcador de fecha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es-ES"/>
            </a:defPPr>
          </a:lstStyle>
          <a:p>
            <a:pPr rtl="0"/>
            <a:r>
              <a:rPr lang="es-ES"/>
              <a:t>20XX</a:t>
            </a:r>
            <a:endParaRPr lang="es-ES" dirty="0"/>
          </a:p>
        </p:txBody>
      </p:sp>
      <p:sp>
        <p:nvSpPr>
          <p:cNvPr id="5" name="Marcador de pie de página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es-ES"/>
            </a:defPPr>
          </a:lstStyle>
          <a:p>
            <a:pPr rtl="0"/>
            <a:endParaRPr lang="es-ES" dirty="0"/>
          </a:p>
        </p:txBody>
      </p:sp>
      <p:sp>
        <p:nvSpPr>
          <p:cNvPr id="6" name="Marcador de número de diapositiva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es-ES"/>
            </a:defPPr>
          </a:lstStyle>
          <a:p>
            <a:pPr rtl="0"/>
            <a:fld id="{CBD12358-51D2-46B3-9BDE-DF29528B9454}" type="slidenum">
              <a:rPr lang="es-ES" smtClean="0"/>
              <a:t>‹Nº›</a:t>
            </a:fld>
            <a:endParaRPr lang="es-ES" dirty="0"/>
          </a:p>
        </p:txBody>
      </p:sp>
      <p:sp>
        <p:nvSpPr>
          <p:cNvPr id="3" name="Marcador de contenido 2">
            <a:extLst>
              <a:ext uri="{FF2B5EF4-FFF2-40B4-BE49-F238E27FC236}">
                <a16:creationId xmlns:a16="http://schemas.microsoft.com/office/drawing/2014/main" id="{2AC28186-3489-427F-79D0-B78444023624}"/>
              </a:ext>
            </a:extLst>
          </p:cNvPr>
          <p:cNvSpPr>
            <a:spLocks noGrp="1"/>
          </p:cNvSpPr>
          <p:nvPr>
            <p:ph sz="half" idx="1" hasCustomPrompt="1"/>
          </p:nvPr>
        </p:nvSpPr>
        <p:spPr>
          <a:xfrm>
            <a:off x="550861" y="1917064"/>
            <a:ext cx="11090275" cy="4297679"/>
          </a:xfrm>
        </p:spPr>
        <p:txBody>
          <a:bodyPr rtlCol="0">
            <a:normAutofit/>
          </a:bodyPr>
          <a:lstStyle>
            <a:lvl1pPr marL="0" indent="0">
              <a:buNone/>
              <a:defRPr lang="es-ES" sz="1800">
                <a:solidFill>
                  <a:schemeClr val="tx1"/>
                </a:solidFill>
              </a:defRPr>
            </a:lvl1pPr>
            <a:lvl2pPr>
              <a:defRPr lang="es-ES" sz="1800">
                <a:solidFill>
                  <a:schemeClr val="tx1"/>
                </a:solidFill>
              </a:defRPr>
            </a:lvl2pPr>
            <a:lvl3pPr>
              <a:defRPr lang="es-ES" sz="1800">
                <a:solidFill>
                  <a:schemeClr val="tx1"/>
                </a:solidFill>
              </a:defRPr>
            </a:lvl3pPr>
            <a:lvl4pPr>
              <a:defRPr lang="es-ES" sz="1800">
                <a:solidFill>
                  <a:schemeClr val="tx1"/>
                </a:solidFill>
              </a:defRPr>
            </a:lvl4pPr>
            <a:lvl5pPr>
              <a:defRPr lang="es-ES" sz="1800">
                <a:solidFill>
                  <a:schemeClr val="tx1"/>
                </a:solidFill>
              </a:defRPr>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Tree>
    <p:extLst>
      <p:ext uri="{BB962C8B-B14F-4D97-AF65-F5344CB8AC3E}">
        <p14:creationId xmlns:p14="http://schemas.microsoft.com/office/powerpoint/2010/main" val="1008793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ierre">
    <p:spTree>
      <p:nvGrpSpPr>
        <p:cNvPr id="1" name=""/>
        <p:cNvGrpSpPr/>
        <p:nvPr/>
      </p:nvGrpSpPr>
      <p:grpSpPr>
        <a:xfrm>
          <a:off x="0" y="0"/>
          <a:ext cx="0" cy="0"/>
          <a:chOff x="0" y="0"/>
          <a:chExt cx="0" cy="0"/>
        </a:xfrm>
      </p:grpSpPr>
      <p:sp>
        <p:nvSpPr>
          <p:cNvPr id="7" name="Elipse 6">
            <a:extLst>
              <a:ext uri="{FF2B5EF4-FFF2-40B4-BE49-F238E27FC236}">
                <a16:creationId xmlns:a16="http://schemas.microsoft.com/office/drawing/2014/main" id="{E57989ED-9663-5033-AA83-267069FC5CEE}"/>
              </a:ext>
              <a:ext uri="{C183D7F6-B498-43B3-948B-1728B52AA6E4}">
                <adec:decorative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2" name="Título 1">
            <a:extLst>
              <a:ext uri="{FF2B5EF4-FFF2-40B4-BE49-F238E27FC236}">
                <a16:creationId xmlns:a16="http://schemas.microsoft.com/office/drawing/2014/main" id="{B1A4B040-51E3-4DA0-B21D-EEE173E7536F}"/>
              </a:ext>
            </a:extLst>
          </p:cNvPr>
          <p:cNvSpPr>
            <a:spLocks noGrp="1"/>
          </p:cNvSpPr>
          <p:nvPr>
            <p:ph type="title" hasCustomPrompt="1"/>
          </p:nvPr>
        </p:nvSpPr>
        <p:spPr>
          <a:xfrm>
            <a:off x="549536" y="549274"/>
            <a:ext cx="5179330" cy="2841829"/>
          </a:xfrm>
        </p:spPr>
        <p:txBody>
          <a:bodyPr vert="horz" wrap="square" lIns="0" tIns="0" rIns="0" bIns="0" rtlCol="0" anchor="b" anchorCtr="0">
            <a:normAutofit/>
          </a:bodyPr>
          <a:lstStyle>
            <a:lvl1pPr>
              <a:defRPr lang="es-ES" sz="5400" dirty="0"/>
            </a:lvl1pPr>
          </a:lstStyle>
          <a:p>
            <a:pPr lvl="0" rtl="0">
              <a:lnSpc>
                <a:spcPct val="100000"/>
              </a:lnSpc>
            </a:pPr>
            <a:r>
              <a:rPr lang="es-ES"/>
              <a:t>Haga clic para agregar un título</a:t>
            </a:r>
          </a:p>
        </p:txBody>
      </p:sp>
      <p:sp>
        <p:nvSpPr>
          <p:cNvPr id="3" name="Marcador de contenido 2">
            <a:extLst>
              <a:ext uri="{FF2B5EF4-FFF2-40B4-BE49-F238E27FC236}">
                <a16:creationId xmlns:a16="http://schemas.microsoft.com/office/drawing/2014/main" id="{F8A2CD90-429B-4A55-B6C8-DD6CE6994118}"/>
              </a:ext>
            </a:extLst>
          </p:cNvPr>
          <p:cNvSpPr>
            <a:spLocks noGrp="1"/>
          </p:cNvSpPr>
          <p:nvPr>
            <p:ph idx="1" hasCustomPrompt="1"/>
          </p:nvPr>
        </p:nvSpPr>
        <p:spPr>
          <a:xfrm>
            <a:off x="549537" y="3646704"/>
            <a:ext cx="5179330" cy="2706160"/>
          </a:xfrm>
        </p:spPr>
        <p:txBody>
          <a:bodyPr rtlCol="0">
            <a:normAutofit/>
          </a:bodyPr>
          <a:lstStyle>
            <a:lvl1pPr marL="0" indent="0">
              <a:spcBef>
                <a:spcPts val="1000"/>
              </a:spcBef>
              <a:buNone/>
              <a:defRPr lang="es-ES" sz="1800">
                <a:solidFill>
                  <a:schemeClr val="tx1"/>
                </a:solidFill>
              </a:defRPr>
            </a:lvl1pPr>
            <a:lvl2pPr marL="457200" indent="0">
              <a:spcBef>
                <a:spcPts val="1000"/>
              </a:spcBef>
              <a:buNone/>
              <a:defRPr lang="es-ES" sz="1200">
                <a:solidFill>
                  <a:schemeClr val="tx1"/>
                </a:solidFill>
              </a:defRPr>
            </a:lvl2pPr>
            <a:lvl3pPr marL="914400" indent="0">
              <a:spcBef>
                <a:spcPts val="1000"/>
              </a:spcBef>
              <a:buNone/>
              <a:defRPr lang="es-ES" sz="1200">
                <a:solidFill>
                  <a:schemeClr val="tx1"/>
                </a:solidFill>
              </a:defRPr>
            </a:lvl3pPr>
            <a:lvl4pPr marL="1371600" indent="0">
              <a:spcBef>
                <a:spcPts val="1000"/>
              </a:spcBef>
              <a:buNone/>
              <a:defRPr lang="es-ES" sz="1200">
                <a:solidFill>
                  <a:schemeClr val="tx1"/>
                </a:solidFill>
              </a:defRPr>
            </a:lvl4pPr>
            <a:lvl5pPr marL="1828800" indent="0">
              <a:spcBef>
                <a:spcPts val="1000"/>
              </a:spcBef>
              <a:buNone/>
              <a:defRPr lang="es-ES" sz="1200">
                <a:solidFill>
                  <a:schemeClr val="tx1"/>
                </a:solidFill>
              </a:defRPr>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20" name="Marcador de posición de imagen 19">
            <a:extLst>
              <a:ext uri="{FF2B5EF4-FFF2-40B4-BE49-F238E27FC236}">
                <a16:creationId xmlns:a16="http://schemas.microsoft.com/office/drawing/2014/main" id="{5392876F-0BBD-F80A-DE7F-8831AD3BF353}"/>
              </a:ext>
            </a:extLst>
          </p:cNvPr>
          <p:cNvSpPr>
            <a:spLocks noGrp="1"/>
          </p:cNvSpPr>
          <p:nvPr>
            <p:ph type="pic" sz="quarter" idx="13" hasCustomPrompt="1"/>
          </p:nvPr>
        </p:nvSpPr>
        <p:spPr>
          <a:xfrm>
            <a:off x="5926138" y="549275"/>
            <a:ext cx="5654675" cy="5788025"/>
          </a:xfrm>
        </p:spPr>
        <p:txBody>
          <a:bodyPr rtlCol="0">
            <a:normAutofit/>
          </a:bodyPr>
          <a:lstStyle>
            <a:lvl1pPr marL="0" indent="0" algn="ctr">
              <a:buNone/>
              <a:defRPr lang="es-ES" sz="2000">
                <a:solidFill>
                  <a:schemeClr val="tx1"/>
                </a:solidFill>
              </a:defRPr>
            </a:lvl1pPr>
          </a:lstStyle>
          <a:p>
            <a:pPr rtl="0"/>
            <a:r>
              <a:rPr lang="es-ES"/>
              <a:t>Haga clic en el icono para insertar una imagen</a:t>
            </a:r>
          </a:p>
        </p:txBody>
      </p:sp>
      <p:grpSp>
        <p:nvGrpSpPr>
          <p:cNvPr id="9" name="Grupo 8">
            <a:extLst>
              <a:ext uri="{FF2B5EF4-FFF2-40B4-BE49-F238E27FC236}">
                <a16:creationId xmlns:a16="http://schemas.microsoft.com/office/drawing/2014/main" id="{64E08E8E-10CB-55BC-8AFF-E64C800B9F89}"/>
              </a:ext>
              <a:ext uri="{C183D7F6-B498-43B3-948B-1728B52AA6E4}">
                <adec:decorative xmlns:adec="http://schemas.microsoft.com/office/drawing/2017/decorative" val="1"/>
              </a:ext>
            </a:extLst>
          </p:cNvPr>
          <p:cNvGrpSpPr/>
          <p:nvPr userDrawn="1"/>
        </p:nvGrpSpPr>
        <p:grpSpPr>
          <a:xfrm>
            <a:off x="594036" y="5610392"/>
            <a:ext cx="667802" cy="631474"/>
            <a:chOff x="10478914" y="1506691"/>
            <a:chExt cx="667802" cy="631474"/>
          </a:xfrm>
        </p:grpSpPr>
        <p:sp>
          <p:nvSpPr>
            <p:cNvPr id="10" name="Forma libre: Forma 15">
              <a:extLst>
                <a:ext uri="{FF2B5EF4-FFF2-40B4-BE49-F238E27FC236}">
                  <a16:creationId xmlns:a16="http://schemas.microsoft.com/office/drawing/2014/main" id="{B439260B-AC6B-1C83-1A63-058A7E7EFCC9}"/>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11" name="Elipse 10">
              <a:extLst>
                <a:ext uri="{FF2B5EF4-FFF2-40B4-BE49-F238E27FC236}">
                  <a16:creationId xmlns:a16="http://schemas.microsoft.com/office/drawing/2014/main" id="{4ADD32DC-9BAF-DA32-4E29-A6D403E04377}"/>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grpSp>
      <p:grpSp>
        <p:nvGrpSpPr>
          <p:cNvPr id="12" name="Grupo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orma libre: Forma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solidFill>
                  <a:schemeClr val="tx1"/>
                </a:solidFill>
              </a:endParaRPr>
            </a:p>
          </p:txBody>
        </p:sp>
        <p:sp>
          <p:nvSpPr>
            <p:cNvPr id="14" name="Elipse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15" name="Elipse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16" name="Forma libre: Forma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solidFill>
                  <a:schemeClr val="tx1"/>
                </a:solidFill>
              </a:endParaRPr>
            </a:p>
          </p:txBody>
        </p:sp>
      </p:grpSp>
      <p:sp>
        <p:nvSpPr>
          <p:cNvPr id="4" name="Marcador de fecha 3">
            <a:extLst>
              <a:ext uri="{FF2B5EF4-FFF2-40B4-BE49-F238E27FC236}">
                <a16:creationId xmlns:a16="http://schemas.microsoft.com/office/drawing/2014/main" id="{4D4EE704-5DCA-484E-85E0-0E3A7B1C5046}"/>
              </a:ext>
            </a:extLst>
          </p:cNvPr>
          <p:cNvSpPr>
            <a:spLocks noGrp="1"/>
          </p:cNvSpPr>
          <p:nvPr>
            <p:ph type="dt" sz="half" idx="10"/>
          </p:nvPr>
        </p:nvSpPr>
        <p:spPr/>
        <p:txBody>
          <a:bodyPr rtlCol="0"/>
          <a:lstStyle>
            <a:defPPr>
              <a:defRPr lang="es-ES"/>
            </a:defPPr>
          </a:lstStyle>
          <a:p>
            <a:pPr rtl="0"/>
            <a:r>
              <a:rPr lang="es-ES"/>
              <a:t>20XX</a:t>
            </a:r>
            <a:endParaRPr lang="es-ES" dirty="0"/>
          </a:p>
        </p:txBody>
      </p:sp>
      <p:sp>
        <p:nvSpPr>
          <p:cNvPr id="5" name="Marcador de pie de página 4">
            <a:extLst>
              <a:ext uri="{FF2B5EF4-FFF2-40B4-BE49-F238E27FC236}">
                <a16:creationId xmlns:a16="http://schemas.microsoft.com/office/drawing/2014/main" id="{4CA69B66-1C18-44A2-93F7-97DED26F24AB}"/>
              </a:ext>
            </a:extLst>
          </p:cNvPr>
          <p:cNvSpPr>
            <a:spLocks noGrp="1"/>
          </p:cNvSpPr>
          <p:nvPr>
            <p:ph type="ftr" sz="quarter" idx="11"/>
          </p:nvPr>
        </p:nvSpPr>
        <p:spPr/>
        <p:txBody>
          <a:bodyPr rtlCol="0"/>
          <a:lstStyle>
            <a:defPPr>
              <a:defRPr lang="es-ES"/>
            </a:defPPr>
          </a:lstStyle>
          <a:p>
            <a:pPr rtl="0"/>
            <a:endParaRPr lang="es-ES" dirty="0"/>
          </a:p>
        </p:txBody>
      </p:sp>
      <p:sp>
        <p:nvSpPr>
          <p:cNvPr id="6" name="Marcador de número de diapositiva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rtlCol="0"/>
          <a:lstStyle>
            <a:defPPr>
              <a:defRPr lang="es-ES"/>
            </a:defPPr>
          </a:lstStyle>
          <a:p>
            <a:pPr rtl="0"/>
            <a:fld id="{DBA1B0FB-D917-4C8C-928F-313BD683BF39}" type="slidenum">
              <a:rPr lang="es-ES" smtClean="0"/>
              <a:t>‹Nº›</a:t>
            </a:fld>
            <a:endParaRPr lang="es-ES" dirty="0"/>
          </a:p>
        </p:txBody>
      </p:sp>
    </p:spTree>
    <p:extLst>
      <p:ext uri="{BB962C8B-B14F-4D97-AF65-F5344CB8AC3E}">
        <p14:creationId xmlns:p14="http://schemas.microsoft.com/office/powerpoint/2010/main" val="3616071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577394-0A20-4CF6-9066-CFC2C1C9D30F}"/>
              </a:ext>
            </a:extLst>
          </p:cNvPr>
          <p:cNvSpPr>
            <a:spLocks noGrp="1"/>
          </p:cNvSpPr>
          <p:nvPr>
            <p:ph type="ctrTitle" hasCustomPrompt="1"/>
          </p:nvPr>
        </p:nvSpPr>
        <p:spPr>
          <a:xfrm>
            <a:off x="3359149" y="389840"/>
            <a:ext cx="8281987" cy="2954655"/>
          </a:xfrm>
        </p:spPr>
        <p:txBody>
          <a:bodyPr rtlCol="0" anchor="t" anchorCtr="0">
            <a:normAutofit/>
          </a:bodyPr>
          <a:lstStyle>
            <a:lvl1pPr algn="l">
              <a:lnSpc>
                <a:spcPct val="100000"/>
              </a:lnSpc>
              <a:defRPr lang="es-ES" sz="6400"/>
            </a:lvl1pPr>
          </a:lstStyle>
          <a:p>
            <a:pPr rtl="0"/>
            <a:r>
              <a:rPr lang="es-ES"/>
              <a:t>Haga clic para agregar un título</a:t>
            </a:r>
          </a:p>
        </p:txBody>
      </p:sp>
      <p:sp>
        <p:nvSpPr>
          <p:cNvPr id="3" name="Subtítulo 2">
            <a:extLst>
              <a:ext uri="{FF2B5EF4-FFF2-40B4-BE49-F238E27FC236}">
                <a16:creationId xmlns:a16="http://schemas.microsoft.com/office/drawing/2014/main" id="{3F10971F-8922-4B23-9C80-0643D7E35026}"/>
              </a:ext>
            </a:extLst>
          </p:cNvPr>
          <p:cNvSpPr>
            <a:spLocks noGrp="1"/>
          </p:cNvSpPr>
          <p:nvPr>
            <p:ph type="subTitle" idx="1" hasCustomPrompt="1"/>
          </p:nvPr>
        </p:nvSpPr>
        <p:spPr>
          <a:xfrm>
            <a:off x="3359149" y="3536951"/>
            <a:ext cx="8281989" cy="2555874"/>
          </a:xfrm>
        </p:spPr>
        <p:txBody>
          <a:bodyPr rtlCol="0">
            <a:normAutofit/>
          </a:bodyPr>
          <a:lstStyle>
            <a:lvl1pPr marL="0" indent="0" algn="l">
              <a:lnSpc>
                <a:spcPct val="100000"/>
              </a:lnSpc>
              <a:buNone/>
              <a:defRPr lang="es-ES" sz="2400">
                <a:solidFill>
                  <a:schemeClr val="tx1"/>
                </a:solidFill>
              </a:defRPr>
            </a:lvl1pPr>
            <a:lvl2pPr marL="457200" indent="0" algn="ctr">
              <a:buNone/>
              <a:defRPr lang="es-ES" sz="2000"/>
            </a:lvl2pPr>
            <a:lvl3pPr marL="914400" indent="0" algn="ctr">
              <a:buNone/>
              <a:defRPr lang="es-ES" sz="1800"/>
            </a:lvl3pPr>
            <a:lvl4pPr marL="1371600" indent="0" algn="ctr">
              <a:buNone/>
              <a:defRPr lang="es-ES" sz="1600"/>
            </a:lvl4pPr>
            <a:lvl5pPr marL="1828800" indent="0" algn="ctr">
              <a:buNone/>
              <a:defRPr lang="es-ES" sz="1600"/>
            </a:lvl5pPr>
            <a:lvl6pPr marL="2286000" indent="0" algn="ctr">
              <a:buNone/>
              <a:defRPr lang="es-ES" sz="1600"/>
            </a:lvl6pPr>
            <a:lvl7pPr marL="2743200" indent="0" algn="ctr">
              <a:buNone/>
              <a:defRPr lang="es-ES" sz="1600"/>
            </a:lvl7pPr>
            <a:lvl8pPr marL="3200400" indent="0" algn="ctr">
              <a:buNone/>
              <a:defRPr lang="es-ES" sz="1600"/>
            </a:lvl8pPr>
            <a:lvl9pPr marL="3657600" indent="0" algn="ctr">
              <a:buNone/>
              <a:defRPr lang="es-ES" sz="1600"/>
            </a:lvl9pPr>
          </a:lstStyle>
          <a:p>
            <a:pPr rtl="0"/>
            <a:r>
              <a:rPr lang="es-ES"/>
              <a:t>Haga clic para agregar un subtítulo </a:t>
            </a:r>
          </a:p>
        </p:txBody>
      </p:sp>
      <p:sp>
        <p:nvSpPr>
          <p:cNvPr id="4" name="Marcador de fecha 3">
            <a:extLst>
              <a:ext uri="{FF2B5EF4-FFF2-40B4-BE49-F238E27FC236}">
                <a16:creationId xmlns:a16="http://schemas.microsoft.com/office/drawing/2014/main" id="{8B1BC074-1090-47AF-BDE8-3859BF574BA6}"/>
              </a:ext>
            </a:extLst>
          </p:cNvPr>
          <p:cNvSpPr>
            <a:spLocks noGrp="1"/>
          </p:cNvSpPr>
          <p:nvPr>
            <p:ph type="dt" sz="half" idx="10"/>
          </p:nvPr>
        </p:nvSpPr>
        <p:spPr/>
        <p:txBody>
          <a:bodyPr rtlCol="0"/>
          <a:lstStyle>
            <a:defPPr>
              <a:defRPr lang="es-ES"/>
            </a:defPPr>
          </a:lstStyle>
          <a:p>
            <a:pPr rtl="0"/>
            <a:r>
              <a:rPr lang="es-ES"/>
              <a:t>20XX</a:t>
            </a:r>
            <a:endParaRPr lang="es-ES" dirty="0"/>
          </a:p>
        </p:txBody>
      </p:sp>
      <p:sp>
        <p:nvSpPr>
          <p:cNvPr id="5" name="Marcador de pie de página 4">
            <a:extLst>
              <a:ext uri="{FF2B5EF4-FFF2-40B4-BE49-F238E27FC236}">
                <a16:creationId xmlns:a16="http://schemas.microsoft.com/office/drawing/2014/main" id="{F1D6522F-D41A-4734-8BD1-BD6E5A37D04C}"/>
              </a:ext>
            </a:extLst>
          </p:cNvPr>
          <p:cNvSpPr>
            <a:spLocks noGrp="1"/>
          </p:cNvSpPr>
          <p:nvPr>
            <p:ph type="ftr" sz="quarter" idx="11"/>
          </p:nvPr>
        </p:nvSpPr>
        <p:spPr/>
        <p:txBody>
          <a:bodyPr rtlCol="0"/>
          <a:lstStyle>
            <a:defPPr>
              <a:defRPr lang="es-ES"/>
            </a:defPPr>
          </a:lstStyle>
          <a:p>
            <a:pPr rtl="0"/>
            <a:endParaRPr lang="es-ES" dirty="0"/>
          </a:p>
        </p:txBody>
      </p:sp>
      <p:sp>
        <p:nvSpPr>
          <p:cNvPr id="6" name="Marcador de número de diapositiva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rtlCol="0"/>
          <a:lstStyle>
            <a:defPPr>
              <a:defRPr lang="es-ES"/>
            </a:defPPr>
          </a:lstStyle>
          <a:p>
            <a:pPr rtl="0"/>
            <a:fld id="{DBA1B0FB-D917-4C8C-928F-313BD683BF39}" type="slidenum">
              <a:rPr lang="es-ES" smtClean="0"/>
              <a:t>‹Nº›</a:t>
            </a:fld>
            <a:endParaRPr lang="es-ES" dirty="0"/>
          </a:p>
        </p:txBody>
      </p:sp>
      <p:sp>
        <p:nvSpPr>
          <p:cNvPr id="19" name="Forma libre: Forma 18">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20" name="Elipse 19">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25" name="Elipse 24">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grpSp>
        <p:nvGrpSpPr>
          <p:cNvPr id="34" name="Grupo 33">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p:nvPr/>
        </p:nvGrpSpPr>
        <p:grpSpPr>
          <a:xfrm>
            <a:off x="1329952" y="4524379"/>
            <a:ext cx="1980001" cy="1363916"/>
            <a:chOff x="4879602" y="3781429"/>
            <a:chExt cx="1980001" cy="1363916"/>
          </a:xfrm>
        </p:grpSpPr>
        <p:sp>
          <p:nvSpPr>
            <p:cNvPr id="35" name="Forma libre: Forma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36" name="Forma libre: Forma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solidFill>
                  <a:schemeClr val="tx1"/>
                </a:solidFill>
              </a:endParaRPr>
            </a:p>
          </p:txBody>
        </p:sp>
        <p:sp>
          <p:nvSpPr>
            <p:cNvPr id="37" name="Elipse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sp>
          <p:nvSpPr>
            <p:cNvPr id="38" name="Elipse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s-ES"/>
              </a:defPPr>
            </a:lstStyle>
            <a:p>
              <a:pPr algn="ctr" rtl="0"/>
              <a:endParaRPr lang="es-ES" dirty="0"/>
            </a:p>
          </p:txBody>
        </p:sp>
      </p:grpSp>
    </p:spTree>
    <p:extLst>
      <p:ext uri="{BB962C8B-B14F-4D97-AF65-F5344CB8AC3E}">
        <p14:creationId xmlns:p14="http://schemas.microsoft.com/office/powerpoint/2010/main" val="341236291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defPPr>
              <a:defRPr lang="es-ES"/>
            </a:defPPr>
          </a:lstStyle>
          <a:p>
            <a:pPr lvl="0" rtl="0">
              <a:lnSpc>
                <a:spcPct val="100000"/>
              </a:lnSpc>
            </a:pPr>
            <a:r>
              <a:rPr lang="es-ES"/>
              <a:t>Haga clic para modificar el estilo de título del patrón</a:t>
            </a:r>
            <a:endParaRPr lang="es-ES" dirty="0"/>
          </a:p>
        </p:txBody>
      </p:sp>
      <p:sp>
        <p:nvSpPr>
          <p:cNvPr id="3" name="Marcador de texto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4" name="Marcador de fecha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lang="es-ES" sz="1000">
                <a:solidFill>
                  <a:schemeClr val="tx1">
                    <a:alpha val="80000"/>
                  </a:schemeClr>
                </a:solidFill>
              </a:defRPr>
            </a:lvl1pPr>
          </a:lstStyle>
          <a:p>
            <a:pPr rtl="0"/>
            <a:r>
              <a:rPr lang="es-ES"/>
              <a:t>20XX</a:t>
            </a:r>
            <a:endParaRPr lang="es-ES" dirty="0"/>
          </a:p>
        </p:txBody>
      </p:sp>
      <p:sp>
        <p:nvSpPr>
          <p:cNvPr id="5" name="Marcador de pie de página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lang="es-ES" sz="1000">
                <a:solidFill>
                  <a:schemeClr val="tx1">
                    <a:alpha val="80000"/>
                  </a:schemeClr>
                </a:solidFill>
              </a:defRPr>
            </a:lvl1pPr>
          </a:lstStyle>
          <a:p>
            <a:pPr rtl="0"/>
            <a:endParaRPr lang="es-ES" dirty="0"/>
          </a:p>
        </p:txBody>
      </p:sp>
      <p:sp>
        <p:nvSpPr>
          <p:cNvPr id="6" name="Marcador de número de diapositiva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lang="es-ES" sz="1000">
                <a:solidFill>
                  <a:schemeClr val="tx1">
                    <a:alpha val="80000"/>
                  </a:schemeClr>
                </a:solidFill>
              </a:defRPr>
            </a:lvl1pPr>
          </a:lstStyle>
          <a:p>
            <a:pPr rtl="0"/>
            <a:fld id="{DBA1B0FB-D917-4C8C-928F-313BD683BF39}" type="slidenum">
              <a:rPr lang="es-ES" smtClean="0"/>
              <a:pPr rtl="0"/>
              <a:t>‹Nº›</a:t>
            </a:fld>
            <a:endParaRPr lang="es-ES" dirty="0"/>
          </a:p>
        </p:txBody>
      </p:sp>
    </p:spTree>
    <p:extLst>
      <p:ext uri="{BB962C8B-B14F-4D97-AF65-F5344CB8AC3E}">
        <p14:creationId xmlns:p14="http://schemas.microsoft.com/office/powerpoint/2010/main" val="2521255718"/>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6" r:id="rId3"/>
    <p:sldLayoutId id="2147483697" r:id="rId4"/>
    <p:sldLayoutId id="2147483703" r:id="rId5"/>
    <p:sldLayoutId id="2147483698" r:id="rId6"/>
    <p:sldLayoutId id="2147483704" r:id="rId7"/>
    <p:sldLayoutId id="2147483699" r:id="rId8"/>
    <p:sldLayoutId id="2147483700" r:id="rId9"/>
    <p:sldLayoutId id="2147483688" r:id="rId10"/>
    <p:sldLayoutId id="2147483701" r:id="rId11"/>
    <p:sldLayoutId id="2147483686" r:id="rId12"/>
    <p:sldLayoutId id="2147483685" r:id="rId13"/>
  </p:sldLayoutIdLst>
  <p:hf sldNum="0" hdr="0" ftr="0" dt="0"/>
  <p:txStyles>
    <p:titleStyle>
      <a:lvl1pPr algn="l" defTabSz="914400" rtl="0" eaLnBrk="1" latinLnBrk="0" hangingPunct="1">
        <a:lnSpc>
          <a:spcPct val="90000"/>
        </a:lnSpc>
        <a:spcBef>
          <a:spcPct val="0"/>
        </a:spcBef>
        <a:buNone/>
        <a:defRPr lang="es-E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lang="es-ES"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lang="es-ES"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lang="es-ES"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lang="es-ES"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lang="es-ES"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rPr sz="2800" lang="es-MX"/>
              <a:t>El destino del crédito llega en texto libre; etiquetarlo automáticamente lo convierte en una señal de riesgo y de producto.</a:t>
            </a:r>
          </a:p>
        </p:txBody>
      </p:sp>
      <p:sp>
        <p:nvSpPr>
          <p:cNvPr id="3" name="Content Placeholder 2"/>
          <p:cNvSpPr>
            <a:spLocks noGrp="1"/>
          </p:cNvSpPr>
          <p:nvPr>
            <p:ph idx="1" sz="half"/>
          </p:nvPr>
        </p:nvSpPr>
        <p:spPr/>
        <p:txBody>
          <a:bodyPr/>
          <a:lstStyle/>
          <a:p>
            <a:r>
              <a:rPr sz="1800" lang="es-MX"/>
              <a:t>6,691 respuestas de solicitudes PyME, en español</a:t>
            </a:r>
          </a:p>
          <a:p>
            <a:r>
              <a:rPr sz="1800" lang="es-MX"/>
              <a:t>10 etiquetas; una respuesta puede tener varias</a:t>
            </a:r>
          </a:p>
          <a:p>
            <a:r>
              <a:rPr sz="1800" lang="es-MX"/>
              <a:t>Métrica principal, fijada antes de modelar: macro F1</a:t>
            </a:r>
          </a:p>
        </p:txBody>
      </p:sp>
      <p:graphicFrame>
        <p:nvGraphicFramePr>
          <p:cNvPr id="4" name="Table Placeholder 3"/>
          <p:cNvGraphicFramePr>
            <a:graphicFrameLocks noGrp="1"/>
          </p:cNvGraphicFramePr>
          <p:nvPr>
            <p:ph type="tbl" idx="13" sz="quarter"/>
          </p:nvPr>
        </p:nvGraphicFramePr>
        <p:xfrm>
          <a:off x="4048759" y="1917065"/>
          <a:ext cx="7591799" cy="2540000"/>
        </p:xfrm>
        <a:graphic>
          <a:graphicData uri="http://schemas.openxmlformats.org/drawingml/2006/table">
            <a:tbl>
              <a:tblPr firstRow="1" bandRow="1">
                <a:tableStyleId>{72833802-FEF1-4C79-8D5D-14CF1EAF98D9}</a:tableStyleId>
              </a:tblPr>
              <a:tblGrid>
                <a:gridCol w="5954352"/>
                <a:gridCol w="1637446"/>
              </a:tblGrid>
              <a:tr h="508000">
                <a:tc>
                  <a:txBody>
                    <a:bodyPr/>
                    <a:lstStyle/>
                    <a:p>
                      <a:pPr marL="0" indent="0" algn="l">
                        <a:buNone/>
                      </a:pPr>
                      <a:r>
                        <a:rPr sz="1600" lang="es-MX" b="1">
                          <a:solidFill>
                            <a:srgbClr val="1B192E"/>
                          </a:solidFill>
                        </a:rPr>
                        <a:t>Respuesta</a:t>
                      </a:r>
                    </a:p>
                  </a:txBody>
                  <a:tcPr anchor="ctr" marL="64008" marR="64008" marT="18288" marB="18288"/>
                </a:tc>
                <a:tc>
                  <a:txBody>
                    <a:bodyPr/>
                    <a:lstStyle/>
                    <a:p>
                      <a:pPr marL="0" indent="0" algn="l">
                        <a:buNone/>
                      </a:pPr>
                      <a:r>
                        <a:rPr sz="1600" lang="es-MX" b="1">
                          <a:solidFill>
                            <a:srgbClr val="1B192E"/>
                          </a:solidFill>
                        </a:rPr>
                        <a:t>Etiquetas</a:t>
                      </a:r>
                    </a:p>
                  </a:txBody>
                  <a:tcPr anchor="ctr" marL="64008" marR="64008" marT="18288" marB="18288"/>
                </a:tc>
              </a:tr>
              <a:tr h="508000">
                <a:tc>
                  <a:txBody>
                    <a:bodyPr/>
                    <a:lstStyle/>
                    <a:p>
                      <a:pPr marL="0" indent="0" algn="l">
                        <a:buNone/>
                      </a:pPr>
                      <a:r>
                        <a:rPr sz="1600" lang="es-MX">
                          <a:solidFill>
                            <a:srgbClr val="FFFFFF"/>
                          </a:solidFill>
                        </a:rPr>
                        <a:t>Invertiré en equipo de transporte tractocamion</a:t>
                      </a:r>
                    </a:p>
                  </a:txBody>
                  <a:tcPr anchor="ctr" marL="64008" marR="64008" marT="18288" marB="18288"/>
                </a:tc>
                <a:tc>
                  <a:txBody>
                    <a:bodyPr/>
                    <a:lstStyle/>
                    <a:p>
                      <a:pPr marL="0" indent="0" algn="l">
                        <a:buNone/>
                      </a:pPr>
                      <a:r>
                        <a:rPr sz="1600" lang="es-MX">
                          <a:solidFill>
                            <a:srgbClr val="FFFFFF"/>
                          </a:solidFill>
                        </a:rPr>
                        <a:t>equ</a:t>
                      </a:r>
                    </a:p>
                  </a:txBody>
                  <a:tcPr anchor="ctr" marL="64008" marR="64008" marT="18288" marB="18288"/>
                </a:tc>
              </a:tr>
              <a:tr h="508000">
                <a:tc>
                  <a:txBody>
                    <a:bodyPr/>
                    <a:lstStyle/>
                    <a:p>
                      <a:pPr marL="0" indent="0" algn="l">
                        <a:buNone/>
                      </a:pPr>
                      <a:r>
                        <a:rPr sz="1600" lang="es-MX">
                          <a:solidFill>
                            <a:srgbClr val="FFFFFF"/>
                          </a:solidFill>
                        </a:rPr>
                        <a:t>Compra de inventario publicidad y capacitacion</a:t>
                      </a:r>
                    </a:p>
                  </a:txBody>
                  <a:tcPr anchor="ctr" marL="64008" marR="64008" marT="18288" marB="18288"/>
                </a:tc>
                <a:tc>
                  <a:txBody>
                    <a:bodyPr/>
                    <a:lstStyle/>
                    <a:p>
                      <a:pPr marL="0" indent="0" algn="l">
                        <a:buNone/>
                      </a:pPr>
                      <a:r>
                        <a:rPr sz="1600" lang="es-MX">
                          <a:solidFill>
                            <a:srgbClr val="FFFFFF"/>
                          </a:solidFill>
                        </a:rPr>
                        <a:t>inv, mkt</a:t>
                      </a:r>
                    </a:p>
                  </a:txBody>
                  <a:tcPr anchor="ctr" marL="64008" marR="64008" marT="18288" marB="18288"/>
                </a:tc>
              </a:tr>
              <a:tr h="508000">
                <a:tc>
                  <a:txBody>
                    <a:bodyPr/>
                    <a:lstStyle/>
                    <a:p>
                      <a:pPr marL="0" indent="0" algn="l">
                        <a:buNone/>
                      </a:pPr>
                      <a:r>
                        <a:rPr sz="1600" lang="es-MX">
                          <a:solidFill>
                            <a:srgbClr val="FFFFFF"/>
                          </a:solidFill>
                        </a:rPr>
                        <a:t>transferir otro crédito que está muy caro</a:t>
                      </a:r>
                    </a:p>
                  </a:txBody>
                  <a:tcPr anchor="ctr" marL="64008" marR="64008" marT="18288" marB="18288"/>
                </a:tc>
                <a:tc>
                  <a:txBody>
                    <a:bodyPr/>
                    <a:lstStyle/>
                    <a:p>
                      <a:pPr marL="0" indent="0" algn="l">
                        <a:buNone/>
                      </a:pPr>
                      <a:r>
                        <a:rPr sz="1600" lang="es-MX">
                          <a:solidFill>
                            <a:srgbClr val="FFFFFF"/>
                          </a:solidFill>
                        </a:rPr>
                        <a:t>cred</a:t>
                      </a:r>
                    </a:p>
                  </a:txBody>
                  <a:tcPr anchor="ctr" marL="64008" marR="64008" marT="18288" marB="18288"/>
                </a:tc>
              </a:tr>
              <a:tr h="508000">
                <a:tc>
                  <a:txBody>
                    <a:bodyPr/>
                    <a:lstStyle/>
                    <a:p>
                      <a:pPr marL="0" indent="0" algn="l">
                        <a:buNone/>
                      </a:pPr>
                      <a:r>
                        <a:rPr sz="1600" lang="es-MX">
                          <a:solidFill>
                            <a:srgbClr val="FFFFFF"/>
                          </a:solidFill>
                        </a:rPr>
                        <a:t>Quiero irme de vacaciones en mayo</a:t>
                      </a:r>
                    </a:p>
                  </a:txBody>
                  <a:tcPr anchor="ctr" marL="64008" marR="64008" marT="18288" marB="18288"/>
                </a:tc>
                <a:tc>
                  <a:txBody>
                    <a:bodyPr/>
                    <a:lstStyle/>
                    <a:p>
                      <a:pPr marL="0" indent="0" algn="l">
                        <a:buNone/>
                      </a:pPr>
                      <a:r>
                        <a:rPr sz="1600" lang="es-MX">
                          <a:solidFill>
                            <a:srgbClr val="FFFFFF"/>
                          </a:solidFill>
                        </a:rPr>
                        <a:t>no</a:t>
                      </a:r>
                    </a:p>
                  </a:txBody>
                  <a:tcPr anchor="ctr" marL="64008" marR="64008" marT="18288" marB="18288"/>
                </a:tc>
              </a:tr>
            </a:tbl>
          </a:graphicData>
        </a:graphic>
      </p:graphicFrame>
      <p:sp>
        <p:nvSpPr>
          <p:cNvPr id="5" name="Marcador de número de diapositiva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es-ES"/>
            </a:defPPr>
          </a:lstStyle>
          <a:p>
            <a:pPr rtl="0"/>
            <a:fld id="{CBD12358-51D2-46B3-9BDE-DF29528B9454}" type="slidenum">
              <a:rPr lang="es-ES" smtClean="0"/>
              <a:t>‹Nº›</a:t>
            </a:fld>
            <a:endParaRPr lang="es-ES"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rPr sz="2800" lang="es-MX"/>
              <a:t>Los datos traían defectos estructurales; los reparamos y documentamos en vez de descartar filas.</a:t>
            </a:r>
          </a:p>
        </p:txBody>
      </p:sp>
      <p:sp>
        <p:nvSpPr>
          <p:cNvPr id="3" name="Content Placeholder 2"/>
          <p:cNvSpPr>
            <a:spLocks noGrp="1"/>
          </p:cNvSpPr>
          <p:nvPr>
            <p:ph idx="1" sz="half"/>
          </p:nvPr>
        </p:nvSpPr>
        <p:spPr/>
        <p:txBody>
          <a:bodyPr/>
          <a:lstStyle/>
          <a:p>
            <a:r>
              <a:rPr sz="1800" lang="es-MX"/>
              <a:t>6,679 filas en el archivo; el brief dice 6,726</a:t>
            </a:r>
          </a:p>
          <a:p>
            <a:r>
              <a:rPr sz="1800" lang="es-MX"/>
              <a:t>6,691 respuestas limpias tras reparar</a:t>
            </a:r>
          </a:p>
          <a:p>
            <a:r>
              <a:rPr sz="1800" lang="es-MX"/>
              <a:t>58 grupos contradictorios: ruido de anotación medible</a:t>
            </a:r>
          </a:p>
        </p:txBody>
      </p:sp>
      <p:graphicFrame>
        <p:nvGraphicFramePr>
          <p:cNvPr id="4" name="Table Placeholder 3"/>
          <p:cNvGraphicFramePr>
            <a:graphicFrameLocks noGrp="1"/>
          </p:cNvGraphicFramePr>
          <p:nvPr>
            <p:ph type="tbl" idx="13" sz="quarter"/>
          </p:nvPr>
        </p:nvGraphicFramePr>
        <p:xfrm>
          <a:off x="4048759" y="1917065"/>
          <a:ext cx="7591799" cy="3048000"/>
        </p:xfrm>
        <a:graphic>
          <a:graphicData uri="http://schemas.openxmlformats.org/drawingml/2006/table">
            <a:tbl>
              <a:tblPr firstRow="1" bandRow="1">
                <a:tableStyleId>{72833802-FEF1-4C79-8D5D-14CF1EAF98D9}</a:tableStyleId>
              </a:tblPr>
              <a:tblGrid>
                <a:gridCol w="2892113"/>
                <a:gridCol w="1807571"/>
                <a:gridCol w="2892113"/>
              </a:tblGrid>
              <a:tr h="508000">
                <a:tc>
                  <a:txBody>
                    <a:bodyPr/>
                    <a:lstStyle/>
                    <a:p>
                      <a:pPr marL="0" indent="0" algn="l">
                        <a:buNone/>
                      </a:pPr>
                      <a:r>
                        <a:rPr sz="1600" lang="es-MX" b="1">
                          <a:solidFill>
                            <a:srgbClr val="1B192E"/>
                          </a:solidFill>
                        </a:rPr>
                        <a:t>Problema</a:t>
                      </a:r>
                    </a:p>
                  </a:txBody>
                  <a:tcPr anchor="ctr" marL="64008" marR="64008" marT="18288" marB="18288"/>
                </a:tc>
                <a:tc>
                  <a:txBody>
                    <a:bodyPr/>
                    <a:lstStyle/>
                    <a:p>
                      <a:pPr marL="0" indent="0" algn="l">
                        <a:buNone/>
                      </a:pPr>
                      <a:r>
                        <a:rPr sz="1600" lang="es-MX" b="1">
                          <a:solidFill>
                            <a:srgbClr val="1B192E"/>
                          </a:solidFill>
                        </a:rPr>
                        <a:t>Alcance</a:t>
                      </a:r>
                    </a:p>
                  </a:txBody>
                  <a:tcPr anchor="ctr" marL="64008" marR="64008" marT="18288" marB="18288"/>
                </a:tc>
                <a:tc>
                  <a:txBody>
                    <a:bodyPr/>
                    <a:lstStyle/>
                    <a:p>
                      <a:pPr marL="0" indent="0" algn="l">
                        <a:buNone/>
                      </a:pPr>
                      <a:r>
                        <a:rPr sz="1600" lang="es-MX" b="1">
                          <a:solidFill>
                            <a:srgbClr val="1B192E"/>
                          </a:solidFill>
                        </a:rPr>
                        <a:t>Decisión</a:t>
                      </a:r>
                    </a:p>
                  </a:txBody>
                  <a:tcPr anchor="ctr" marL="64008" marR="64008" marT="18288" marB="18288"/>
                </a:tc>
              </a:tr>
              <a:tr h="508000">
                <a:tc>
                  <a:txBody>
                    <a:bodyPr/>
                    <a:lstStyle/>
                    <a:p>
                      <a:pPr marL="0" indent="0" algn="l">
                        <a:buNone/>
                      </a:pPr>
                      <a:r>
                        <a:rPr sz="1600" lang="es-MX">
                          <a:solidFill>
                            <a:srgbClr val="FFFFFF"/>
                          </a:solidFill>
                        </a:rPr>
                        <a:t>Registros fusionados en una celda por saltos de línea</a:t>
                      </a:r>
                    </a:p>
                  </a:txBody>
                  <a:tcPr anchor="ctr" marL="64008" marR="64008" marT="18288" marB="18288"/>
                </a:tc>
                <a:tc>
                  <a:txBody>
                    <a:bodyPr/>
                    <a:lstStyle/>
                    <a:p>
                      <a:pPr marL="0" indent="0" algn="l">
                        <a:buNone/>
                      </a:pPr>
                      <a:r>
                        <a:rPr sz="1600" lang="es-MX">
                          <a:solidFill>
                            <a:srgbClr val="FFFFFF"/>
                          </a:solidFill>
                        </a:rPr>
                        <a:t>unos 22 registros</a:t>
                      </a:r>
                    </a:p>
                  </a:txBody>
                  <a:tcPr anchor="ctr" marL="64008" marR="64008" marT="18288" marB="18288"/>
                </a:tc>
                <a:tc>
                  <a:txBody>
                    <a:bodyPr/>
                    <a:lstStyle/>
                    <a:p>
                      <a:pPr marL="0" indent="0" algn="l">
                        <a:buNone/>
                      </a:pPr>
                      <a:r>
                        <a:rPr sz="1600" lang="es-MX">
                          <a:solidFill>
                            <a:srgbClr val="FFFFFF"/>
                          </a:solidFill>
                        </a:rPr>
                        <a:t>recuperados línea por línea</a:t>
                      </a:r>
                    </a:p>
                  </a:txBody>
                  <a:tcPr anchor="ctr" marL="64008" marR="64008" marT="18288" marB="18288"/>
                </a:tc>
              </a:tr>
              <a:tr h="508000">
                <a:tc>
                  <a:txBody>
                    <a:bodyPr/>
                    <a:lstStyle/>
                    <a:p>
                      <a:pPr marL="0" indent="0" algn="l">
                        <a:buNone/>
                      </a:pPr>
                      <a:r>
                        <a:rPr sz="1600" lang="es-MX">
                          <a:solidFill>
                            <a:srgbClr val="FFFFFF"/>
                          </a:solidFill>
                        </a:rPr>
                        <a:t>Mojibake (crÃ©dito en vez de crédito)</a:t>
                      </a:r>
                    </a:p>
                  </a:txBody>
                  <a:tcPr anchor="ctr" marL="64008" marR="64008" marT="18288" marB="18288"/>
                </a:tc>
                <a:tc>
                  <a:txBody>
                    <a:bodyPr/>
                    <a:lstStyle/>
                    <a:p>
                      <a:pPr marL="0" indent="0" algn="l">
                        <a:buNone/>
                      </a:pPr>
                      <a:r>
                        <a:rPr sz="1600" lang="es-MX">
                          <a:solidFill>
                            <a:srgbClr val="FFFFFF"/>
                          </a:solidFill>
                        </a:rPr>
                        <a:t>cerca de 42% de las filas</a:t>
                      </a:r>
                    </a:p>
                  </a:txBody>
                  <a:tcPr anchor="ctr" marL="64008" marR="64008" marT="18288" marB="18288"/>
                </a:tc>
                <a:tc>
                  <a:txBody>
                    <a:bodyPr/>
                    <a:lstStyle/>
                    <a:p>
                      <a:pPr marL="0" indent="0" algn="l">
                        <a:buNone/>
                      </a:pPr>
                      <a:r>
                        <a:rPr sz="1600" lang="es-MX">
                          <a:solidFill>
                            <a:srgbClr val="FFFFFF"/>
                          </a:solidFill>
                        </a:rPr>
                        <a:t>corregido con ftfy</a:t>
                      </a:r>
                    </a:p>
                  </a:txBody>
                  <a:tcPr anchor="ctr" marL="64008" marR="64008" marT="18288" marB="18288"/>
                </a:tc>
              </a:tr>
              <a:tr h="508000">
                <a:tc>
                  <a:txBody>
                    <a:bodyPr/>
                    <a:lstStyle/>
                    <a:p>
                      <a:pPr marL="0" indent="0" algn="l">
                        <a:buNone/>
                      </a:pPr>
                      <a:r>
                        <a:rPr sz="1600" lang="es-MX">
                          <a:solidFill>
                            <a:srgbClr val="FFFFFF"/>
                          </a:solidFill>
                        </a:rPr>
                        <a:t>Texto sin sentido o no textual</a:t>
                      </a:r>
                    </a:p>
                  </a:txBody>
                  <a:tcPr anchor="ctr" marL="64008" marR="64008" marT="18288" marB="18288"/>
                </a:tc>
                <a:tc>
                  <a:txBody>
                    <a:bodyPr/>
                    <a:lstStyle/>
                    <a:p>
                      <a:pPr marL="0" indent="0" algn="l">
                        <a:buNone/>
                      </a:pPr>
                      <a:r>
                        <a:rPr sz="1600" lang="es-MX">
                          <a:solidFill>
                            <a:srgbClr val="FFFFFF"/>
                          </a:solidFill>
                        </a:rPr>
                        <a:t>9 + 1 filas</a:t>
                      </a:r>
                    </a:p>
                  </a:txBody>
                  <a:tcPr anchor="ctr" marL="64008" marR="64008" marT="18288" marB="18288"/>
                </a:tc>
                <a:tc>
                  <a:txBody>
                    <a:bodyPr/>
                    <a:lstStyle/>
                    <a:p>
                      <a:pPr marL="0" indent="0" algn="l">
                        <a:buNone/>
                      </a:pPr>
                      <a:r>
                        <a:rPr sz="1600" lang="es-MX">
                          <a:solidFill>
                            <a:srgbClr val="FFFFFF"/>
                          </a:solidFill>
                        </a:rPr>
                        <a:t>eliminadas, con su motivo registrado</a:t>
                      </a:r>
                    </a:p>
                  </a:txBody>
                  <a:tcPr anchor="ctr" marL="64008" marR="64008" marT="18288" marB="18288"/>
                </a:tc>
              </a:tr>
              <a:tr h="508000">
                <a:tc>
                  <a:txBody>
                    <a:bodyPr/>
                    <a:lstStyle/>
                    <a:p>
                      <a:pPr marL="0" indent="0" algn="l">
                        <a:buNone/>
                      </a:pPr>
                      <a:r>
                        <a:rPr sz="1600" lang="es-MX">
                          <a:solidFill>
                            <a:srgbClr val="FFFFFF"/>
                          </a:solidFill>
                        </a:rPr>
                        <a:t>Texto idéntico con etiquetas distintas</a:t>
                      </a:r>
                    </a:p>
                  </a:txBody>
                  <a:tcPr anchor="ctr" marL="64008" marR="64008" marT="18288" marB="18288"/>
                </a:tc>
                <a:tc>
                  <a:txBody>
                    <a:bodyPr/>
                    <a:lstStyle/>
                    <a:p>
                      <a:pPr marL="0" indent="0" algn="l">
                        <a:buNone/>
                      </a:pPr>
                      <a:r>
                        <a:rPr sz="1600" lang="es-MX">
                          <a:solidFill>
                            <a:srgbClr val="FFFFFF"/>
                          </a:solidFill>
                        </a:rPr>
                        <a:t>58 grupos</a:t>
                      </a:r>
                    </a:p>
                  </a:txBody>
                  <a:tcPr anchor="ctr" marL="64008" marR="64008" marT="18288" marB="18288"/>
                </a:tc>
                <a:tc>
                  <a:txBody>
                    <a:bodyPr/>
                    <a:lstStyle/>
                    <a:p>
                      <a:pPr marL="0" indent="0" algn="l">
                        <a:buNone/>
                      </a:pPr>
                      <a:r>
                        <a:rPr sz="1600" lang="es-MX">
                          <a:solidFill>
                            <a:srgbClr val="FFFFFF"/>
                          </a:solidFill>
                        </a:rPr>
                        <a:t>se conservan, siempre del mismo lado de la partición</a:t>
                      </a:r>
                    </a:p>
                  </a:txBody>
                  <a:tcPr anchor="ctr" marL="64008" marR="64008" marT="18288" marB="18288"/>
                </a:tc>
              </a:tr>
              <a:tr h="508000">
                <a:tc>
                  <a:txBody>
                    <a:bodyPr/>
                    <a:lstStyle/>
                    <a:p>
                      <a:pPr marL="0" indent="0" algn="l">
                        <a:buNone/>
                      </a:pPr>
                      <a:r>
                        <a:rPr sz="1600" lang="es-MX">
                          <a:solidFill>
                            <a:srgbClr val="FFFFFF"/>
                          </a:solidFill>
                        </a:rPr>
                        <a:t>inv no aparece en el codebook</a:t>
                      </a:r>
                    </a:p>
                  </a:txBody>
                  <a:tcPr anchor="ctr" marL="64008" marR="64008" marT="18288" marB="18288"/>
                </a:tc>
                <a:tc>
                  <a:txBody>
                    <a:bodyPr/>
                    <a:lstStyle/>
                    <a:p>
                      <a:pPr marL="0" indent="0" algn="l">
                        <a:buNone/>
                      </a:pPr>
                      <a:r>
                        <a:rPr sz="1600" lang="es-MX">
                          <a:solidFill>
                            <a:srgbClr val="FFFFFF"/>
                          </a:solidFill>
                        </a:rPr>
                        <a:t>34.7% de las respuestas</a:t>
                      </a:r>
                    </a:p>
                  </a:txBody>
                  <a:tcPr anchor="ctr" marL="64008" marR="64008" marT="18288" marB="18288"/>
                </a:tc>
                <a:tc>
                  <a:txBody>
                    <a:bodyPr/>
                    <a:lstStyle/>
                    <a:p>
                      <a:pPr marL="0" indent="0" algn="l">
                        <a:buNone/>
                      </a:pPr>
                      <a:r>
                        <a:rPr sz="1600" lang="es-MX">
                          <a:solidFill>
                            <a:srgbClr val="FFFFFF"/>
                          </a:solidFill>
                        </a:rPr>
                        <a:t>supuesto: inventario o mercancía</a:t>
                      </a:r>
                    </a:p>
                  </a:txBody>
                  <a:tcPr anchor="ctr" marL="64008" marR="64008" marT="18288" marB="18288"/>
                </a:tc>
              </a:tr>
            </a:tbl>
          </a:graphicData>
        </a:graphic>
      </p:graphicFrame>
      <p:sp>
        <p:nvSpPr>
          <p:cNvPr id="5" name="Marcador de número de diapositiva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es-ES"/>
            </a:defPPr>
          </a:lstStyle>
          <a:p>
            <a:pPr rtl="0"/>
            <a:fld id="{CBD12358-51D2-46B3-9BDE-DF29528B9454}" type="slidenum">
              <a:rPr lang="es-ES" smtClean="0"/>
              <a:t>‹Nº›</a:t>
            </a:fld>
            <a:endParaRPr lang="es-ES"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rPr sz="2800" lang="es-MX"/>
              <a:t>Las etiquetas están muy desbalanceadas: inv aparece en 34.7% de las respuestas y temp solo en 2.8%.</a:t>
            </a:r>
          </a:p>
        </p:txBody>
      </p:sp>
      <p:sp>
        <p:nvSpPr>
          <p:cNvPr id="3" name="Content Placeholder 2"/>
          <p:cNvSpPr>
            <a:spLocks noGrp="1"/>
          </p:cNvSpPr>
          <p:nvPr>
            <p:ph idx="1" sz="half"/>
          </p:nvPr>
        </p:nvSpPr>
        <p:spPr/>
        <p:txBody>
          <a:bodyPr/>
          <a:lstStyle/>
          <a:p>
            <a:r>
              <a:rPr sz="1800" lang="es-MX"/>
              <a:t>86% con una etiqueta, 12.6% con dos, 1% con tres</a:t>
            </a:r>
          </a:p>
          <a:p>
            <a:r>
              <a:rPr sz="1800" lang="es-MX"/>
              <a:t>no casi nunca se combina: solo 4 respuestas</a:t>
            </a:r>
          </a:p>
          <a:p>
            <a:r>
              <a:rPr sz="1800" lang="es-MX"/>
              <a:t>Respuestas cortas: mediana de 11 palabras</a:t>
            </a:r>
          </a:p>
        </p:txBody>
      </p:sp>
      <p:pic>
        <p:nvPicPr>
          <p:cNvPr id="4" name="Picture 3" descr="etiquetas_prevalencia.png"/>
          <p:cNvPicPr>
            <a:picLocks noChangeAspect="1"/>
          </p:cNvPicPr>
          <p:nvPr/>
        </p:nvPicPr>
        <p:blipFill>
          <a:blip r:embed="rId2"/>
          <a:stretch>
            <a:fillRect/>
          </a:stretch>
        </p:blipFill>
        <p:spPr>
          <a:xfrm>
            <a:off x="4049898" y="1917065"/>
            <a:ext cx="7589520" cy="4297680"/>
          </a:xfrm>
          <a:prstGeom prst="rect">
            <a:avLst/>
          </a:prstGeom>
        </p:spPr>
      </p:pic>
      <p:sp>
        <p:nvSpPr>
          <p:cNvPr id="5" name="Marcador de número de diapositiva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es-ES"/>
            </a:defPPr>
          </a:lstStyle>
          <a:p>
            <a:pPr rtl="0"/>
            <a:fld id="{CBD12358-51D2-46B3-9BDE-DF29528B9454}" type="slidenum">
              <a:rPr lang="es-ES" smtClean="0"/>
              <a:t>‹Nº›</a:t>
            </a:fld>
            <a:endParaRPr lang="es-ES"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rPr sz="2800" lang="es-MX"/>
              <a:t>El test se separó al inicio y se usó una sola vez; modelo, mezcla y umbrales se eligieron con validación cruzada agrupada.</a:t>
            </a:r>
          </a:p>
        </p:txBody>
      </p:sp>
      <p:sp>
        <p:nvSpPr>
          <p:cNvPr id="3" name="Content Placeholder 2"/>
          <p:cNvSpPr>
            <a:spLocks noGrp="1"/>
          </p:cNvSpPr>
          <p:nvPr>
            <p:ph idx="1" sz="half"/>
          </p:nvPr>
        </p:nvSpPr>
        <p:spPr/>
        <p:txBody>
          <a:bodyPr/>
          <a:lstStyle/>
          <a:p>
            <a:r>
              <a:rPr sz="1800" lang="es-MX"/>
              <a:t>Grupos por texto normalizado: sin duplicados entre lados</a:t>
            </a:r>
          </a:p>
          <a:p>
            <a:r>
              <a:rPr sz="1800" lang="es-MX"/>
              <a:t>Estratificación iterativa: temp y sueldo en cada fold</a:t>
            </a:r>
          </a:p>
          <a:p>
            <a:r>
              <a:rPr sz="1800" lang="es-MX"/>
              <a:t>Features de segunda etapa, siempre out-of-fold</a:t>
            </a:r>
          </a:p>
        </p:txBody>
      </p:sp>
      <p:pic>
        <p:nvPicPr>
          <p:cNvPr id="4" name="Picture 3" descr="evaluacion_particion.png"/>
          <p:cNvPicPr>
            <a:picLocks noChangeAspect="1"/>
          </p:cNvPicPr>
          <p:nvPr/>
        </p:nvPicPr>
        <p:blipFill>
          <a:blip r:embed="rId2"/>
          <a:stretch>
            <a:fillRect/>
          </a:stretch>
        </p:blipFill>
        <p:spPr>
          <a:xfrm>
            <a:off x="4049898" y="1917065"/>
            <a:ext cx="7589520" cy="4297680"/>
          </a:xfrm>
          <a:prstGeom prst="rect">
            <a:avLst/>
          </a:prstGeom>
        </p:spPr>
      </p:pic>
      <p:sp>
        <p:nvSpPr>
          <p:cNvPr id="5" name="Marcador de número de diapositiva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es-ES"/>
            </a:defPPr>
          </a:lstStyle>
          <a:p>
            <a:pPr rtl="0"/>
            <a:fld id="{CBD12358-51D2-46B3-9BDE-DF29528B9454}" type="slidenum">
              <a:rPr lang="es-ES" smtClean="0"/>
              <a:t>‹Nº›</a:t>
            </a:fld>
            <a:endParaRPr lang="es-ES"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rPr sz="2800" lang="es-MX"/>
              <a:t>El modelo final mezcla un e5 con fine-tuning y TF-IDF con regresión logística, porque se equivocan en respuestas distintas.</a:t>
            </a:r>
          </a:p>
        </p:txBody>
      </p:sp>
      <p:sp>
        <p:nvSpPr>
          <p:cNvPr id="3" name="TextBox 2"/>
          <p:cNvSpPr txBox="1"/>
          <p:nvPr/>
        </p:nvSpPr>
        <p:spPr>
          <a:xfrm>
            <a:off x="2242501" y="1917064"/>
            <a:ext cx="7315200" cy="292608"/>
          </a:xfrm>
          <a:prstGeom prst="rect">
            <a:avLst/>
          </a:prstGeom>
          <a:noFill/>
        </p:spPr>
        <p:txBody>
          <a:bodyPr wrap="square" lIns="0" rIns="0" tIns="0" bIns="0" anchor="ctr">
            <a:spAutoFit/>
          </a:bodyPr>
          <a:lstStyle/>
          <a:p>
            <a:pPr marL="0" indent="0" algn="l">
              <a:buNone/>
            </a:pPr>
            <a:r>
              <a:rPr sz="1300" lang="es-MX">
                <a:solidFill>
                  <a:srgbClr val="A3A3C1"/>
                </a:solidFill>
                <a:latin typeface="+mn-lt"/>
              </a:rPr>
              <a:t>Rama transformer: texto casi original, con acentos y mayúsculas</a:t>
            </a:r>
          </a:p>
        </p:txBody>
      </p:sp>
      <p:sp>
        <p:nvSpPr>
          <p:cNvPr id="4" name="Rounded Rectangle 3"/>
          <p:cNvSpPr/>
          <p:nvPr/>
        </p:nvSpPr>
        <p:spPr>
          <a:xfrm>
            <a:off x="2242501" y="2264536"/>
            <a:ext cx="1828800" cy="868680"/>
          </a:xfrm>
          <a:prstGeom prst="roundRect">
            <a:avLst>
              <a:gd name="adj" fmla="val 10000"/>
            </a:avLst>
          </a:prstGeom>
          <a:solidFill>
            <a:srgbClr val="37335B"/>
          </a:solidFill>
          <a:ln w="25400">
            <a:solidFill>
              <a:srgbClr val="109F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lang="es-MX">
                <a:solidFill>
                  <a:srgbClr val="FFFFFF"/>
                </a:solidFill>
                <a:latin typeface="+mn-lt"/>
              </a:rPr>
              <a:t>Arreglo de codificación</a:t>
            </a:r>
          </a:p>
          <a:p>
            <a:pPr algn="ctr"/>
            <a:r>
              <a:rPr sz="1400" lang="es-MX">
                <a:solidFill>
                  <a:srgbClr val="FFFFFF"/>
                </a:solidFill>
                <a:latin typeface="+mn-lt"/>
              </a:rPr>
              <a:t>y espacios</a:t>
            </a:r>
          </a:p>
        </p:txBody>
      </p:sp>
      <p:sp>
        <p:nvSpPr>
          <p:cNvPr id="5" name="Rounded Rectangle 4"/>
          <p:cNvSpPr/>
          <p:nvPr/>
        </p:nvSpPr>
        <p:spPr>
          <a:xfrm>
            <a:off x="4391341" y="2264536"/>
            <a:ext cx="3794760" cy="868680"/>
          </a:xfrm>
          <a:prstGeom prst="roundRect">
            <a:avLst>
              <a:gd name="adj" fmla="val 10000"/>
            </a:avLst>
          </a:prstGeom>
          <a:solidFill>
            <a:srgbClr val="37335B"/>
          </a:solidFill>
          <a:ln w="25400">
            <a:solidFill>
              <a:srgbClr val="109F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lang="es-MX">
                <a:solidFill>
                  <a:srgbClr val="FFFFFF"/>
                </a:solidFill>
                <a:latin typeface="+mn-lt"/>
              </a:rPr>
              <a:t>e5 multilingüe con fine-tuning</a:t>
            </a:r>
          </a:p>
          <a:p>
            <a:pPr algn="ctr"/>
            <a:r>
              <a:rPr sz="1400" lang="es-MX">
                <a:solidFill>
                  <a:srgbClr val="FFFFFF"/>
                </a:solidFill>
                <a:latin typeface="+mn-lt"/>
              </a:rPr>
              <a:t>(etapa 1): 10 probabilidades</a:t>
            </a:r>
          </a:p>
        </p:txBody>
      </p:sp>
      <p:sp>
        <p:nvSpPr>
          <p:cNvPr id="6" name="Rounded Rectangle 5"/>
          <p:cNvSpPr/>
          <p:nvPr/>
        </p:nvSpPr>
        <p:spPr>
          <a:xfrm>
            <a:off x="550861" y="3544696"/>
            <a:ext cx="1325880" cy="1005840"/>
          </a:xfrm>
          <a:prstGeom prst="roundRect">
            <a:avLst>
              <a:gd name="adj" fmla="val 10000"/>
            </a:avLst>
          </a:prstGeom>
          <a:solidFill>
            <a:srgbClr val="37335B"/>
          </a:solidFill>
          <a:ln w="25400">
            <a:solidFill>
              <a:srgbClr val="A3A3C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lang="es-MX">
                <a:solidFill>
                  <a:srgbClr val="FFFFFF"/>
                </a:solidFill>
                <a:latin typeface="+mn-lt"/>
              </a:rPr>
              <a:t>Respuesta</a:t>
            </a:r>
          </a:p>
          <a:p>
            <a:pPr algn="ctr"/>
            <a:r>
              <a:rPr sz="1400" lang="es-MX">
                <a:solidFill>
                  <a:srgbClr val="FFFFFF"/>
                </a:solidFill>
                <a:latin typeface="+mn-lt"/>
              </a:rPr>
              <a:t>en texto libre</a:t>
            </a:r>
          </a:p>
        </p:txBody>
      </p:sp>
      <p:sp>
        <p:nvSpPr>
          <p:cNvPr id="7" name="Rounded Rectangle 6"/>
          <p:cNvSpPr/>
          <p:nvPr/>
        </p:nvSpPr>
        <p:spPr>
          <a:xfrm>
            <a:off x="2242501" y="4962016"/>
            <a:ext cx="1828800" cy="868680"/>
          </a:xfrm>
          <a:prstGeom prst="roundRect">
            <a:avLst>
              <a:gd name="adj" fmla="val 10000"/>
            </a:avLst>
          </a:prstGeom>
          <a:solidFill>
            <a:srgbClr val="37335B"/>
          </a:solidFill>
          <a:ln w="25400">
            <a:solidFill>
              <a:srgbClr val="AF5C4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lang="es-MX">
                <a:solidFill>
                  <a:srgbClr val="FFFFFF"/>
                </a:solidFill>
                <a:latin typeface="+mn-lt"/>
              </a:rPr>
              <a:t>Lemas, sin acentos,</a:t>
            </a:r>
          </a:p>
          <a:p>
            <a:pPr algn="ctr"/>
            <a:r>
              <a:rPr sz="1400" lang="es-MX">
                <a:solidFill>
                  <a:srgbClr val="FFFFFF"/>
                </a:solidFill>
                <a:latin typeface="+mn-lt"/>
              </a:rPr>
              <a:t>stopwords propias</a:t>
            </a:r>
          </a:p>
        </p:txBody>
      </p:sp>
      <p:sp>
        <p:nvSpPr>
          <p:cNvPr id="8" name="Rounded Rectangle 7"/>
          <p:cNvSpPr/>
          <p:nvPr/>
        </p:nvSpPr>
        <p:spPr>
          <a:xfrm>
            <a:off x="4391341" y="4962016"/>
            <a:ext cx="1783080" cy="868680"/>
          </a:xfrm>
          <a:prstGeom prst="roundRect">
            <a:avLst>
              <a:gd name="adj" fmla="val 10000"/>
            </a:avLst>
          </a:prstGeom>
          <a:solidFill>
            <a:srgbClr val="37335B"/>
          </a:solidFill>
          <a:ln w="25400">
            <a:solidFill>
              <a:srgbClr val="AF5C4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lang="es-MX">
                <a:solidFill>
                  <a:srgbClr val="FFFFFF"/>
                </a:solidFill>
                <a:latin typeface="+mn-lt"/>
              </a:rPr>
              <a:t>TF-IDF palabras 1-2</a:t>
            </a:r>
          </a:p>
          <a:p>
            <a:pPr algn="ctr"/>
            <a:r>
              <a:rPr sz="1400" lang="es-MX">
                <a:solidFill>
                  <a:srgbClr val="FFFFFF"/>
                </a:solidFill>
                <a:latin typeface="+mn-lt"/>
              </a:rPr>
              <a:t>y caracteres 3-5</a:t>
            </a:r>
          </a:p>
        </p:txBody>
      </p:sp>
      <p:sp>
        <p:nvSpPr>
          <p:cNvPr id="9" name="Rounded Rectangle 8"/>
          <p:cNvSpPr/>
          <p:nvPr/>
        </p:nvSpPr>
        <p:spPr>
          <a:xfrm>
            <a:off x="6403021" y="4962016"/>
            <a:ext cx="1783080" cy="868680"/>
          </a:xfrm>
          <a:prstGeom prst="roundRect">
            <a:avLst>
              <a:gd name="adj" fmla="val 10000"/>
            </a:avLst>
          </a:prstGeom>
          <a:solidFill>
            <a:srgbClr val="37335B"/>
          </a:solidFill>
          <a:ln w="25400">
            <a:solidFill>
              <a:srgbClr val="AF5C4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lang="es-MX">
                <a:solidFill>
                  <a:srgbClr val="FFFFFF"/>
                </a:solidFill>
                <a:latin typeface="+mn-lt"/>
              </a:rPr>
              <a:t>Regresión logística</a:t>
            </a:r>
          </a:p>
          <a:p>
            <a:pPr algn="ctr"/>
            <a:r>
              <a:rPr sz="1400" lang="es-MX">
                <a:solidFill>
                  <a:srgbClr val="FFFFFF"/>
                </a:solidFill>
                <a:latin typeface="+mn-lt"/>
              </a:rPr>
              <a:t>por etiqueta (B2)</a:t>
            </a:r>
          </a:p>
        </p:txBody>
      </p:sp>
      <p:sp>
        <p:nvSpPr>
          <p:cNvPr id="10" name="TextBox 9"/>
          <p:cNvSpPr txBox="1"/>
          <p:nvPr/>
        </p:nvSpPr>
        <p:spPr>
          <a:xfrm>
            <a:off x="2242501" y="5903848"/>
            <a:ext cx="7315200" cy="292608"/>
          </a:xfrm>
          <a:prstGeom prst="rect">
            <a:avLst/>
          </a:prstGeom>
          <a:noFill/>
        </p:spPr>
        <p:txBody>
          <a:bodyPr wrap="square" lIns="0" rIns="0" tIns="0" bIns="0" anchor="ctr">
            <a:spAutoFit/>
          </a:bodyPr>
          <a:lstStyle/>
          <a:p>
            <a:pPr marL="0" indent="0" algn="l">
              <a:buNone/>
            </a:pPr>
            <a:r>
              <a:rPr sz="1300" lang="es-MX">
                <a:solidFill>
                  <a:srgbClr val="A3A3C1"/>
                </a:solidFill>
                <a:latin typeface="+mn-lt"/>
              </a:rPr>
              <a:t>Rama léxica: texto lematizado y normalizado</a:t>
            </a:r>
          </a:p>
        </p:txBody>
      </p:sp>
      <p:sp>
        <p:nvSpPr>
          <p:cNvPr id="11" name="Rounded Rectangle 10"/>
          <p:cNvSpPr/>
          <p:nvPr/>
        </p:nvSpPr>
        <p:spPr>
          <a:xfrm>
            <a:off x="8506141" y="3590416"/>
            <a:ext cx="1143000" cy="914400"/>
          </a:xfrm>
          <a:prstGeom prst="roundRect">
            <a:avLst>
              <a:gd name="adj" fmla="val 10000"/>
            </a:avLst>
          </a:prstGeom>
          <a:solidFill>
            <a:srgbClr val="37335B"/>
          </a:solidFill>
          <a:ln w="25400">
            <a:solidFill>
              <a:srgbClr val="A3A3C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lang="es-MX">
                <a:solidFill>
                  <a:srgbClr val="FFFFFF"/>
                </a:solidFill>
                <a:latin typeface="+mn-lt"/>
              </a:rPr>
              <a:t>Mezcla</a:t>
            </a:r>
          </a:p>
          <a:p>
            <a:pPr algn="ctr"/>
            <a:r>
              <a:rPr sz="1400" lang="es-MX">
                <a:solidFill>
                  <a:srgbClr val="FFFFFF"/>
                </a:solidFill>
                <a:latin typeface="+mn-lt"/>
              </a:rPr>
              <a:t>0.5 / 0.5</a:t>
            </a:r>
          </a:p>
        </p:txBody>
      </p:sp>
      <p:sp>
        <p:nvSpPr>
          <p:cNvPr id="12" name="Rounded Rectangle 11"/>
          <p:cNvSpPr/>
          <p:nvPr/>
        </p:nvSpPr>
        <p:spPr>
          <a:xfrm>
            <a:off x="9923461" y="2950336"/>
            <a:ext cx="1719072" cy="2194560"/>
          </a:xfrm>
          <a:prstGeom prst="roundRect">
            <a:avLst>
              <a:gd name="adj" fmla="val 10000"/>
            </a:avLst>
          </a:prstGeom>
          <a:solidFill>
            <a:srgbClr val="37335B"/>
          </a:solidFill>
          <a:ln w="25400">
            <a:solidFill>
              <a:srgbClr val="A3A3C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lang="es-MX">
                <a:solidFill>
                  <a:srgbClr val="FFFFFF"/>
                </a:solidFill>
                <a:latin typeface="+mn-lt"/>
              </a:rPr>
              <a:t>Umbral por etiqueta</a:t>
            </a:r>
          </a:p>
          <a:p>
            <a:pPr algn="ctr"/>
            <a:r>
              <a:rPr sz="1400" lang="es-MX">
                <a:solidFill>
                  <a:srgbClr val="FFFFFF"/>
                </a:solidFill>
                <a:latin typeface="+mn-lt"/>
              </a:rPr>
              <a:t>(CV out-of-fold)</a:t>
            </a:r>
          </a:p>
          <a:p>
            <a:pPr algn="ctr"/>
          </a:p>
          <a:p>
            <a:pPr algn="ctr"/>
            <a:r>
              <a:rPr sz="1400" lang="es-MX">
                <a:solidFill>
                  <a:srgbClr val="FFFFFF"/>
                </a:solidFill>
                <a:latin typeface="+mn-lt"/>
              </a:rPr>
              <a:t>Reglas: al menos</a:t>
            </a:r>
          </a:p>
          <a:p>
            <a:pPr algn="ctr"/>
            <a:r>
              <a:rPr sz="1400" lang="es-MX">
                <a:solidFill>
                  <a:srgbClr val="FFFFFF"/>
                </a:solidFill>
                <a:latin typeface="+mn-lt"/>
              </a:rPr>
              <a:t>una etiqueta;</a:t>
            </a:r>
          </a:p>
          <a:p>
            <a:pPr algn="ctr"/>
            <a:r>
              <a:rPr sz="1400" lang="es-MX">
                <a:solidFill>
                  <a:srgbClr val="FFFFFF"/>
                </a:solidFill>
                <a:latin typeface="+mn-lt"/>
              </a:rPr>
              <a:t>no excluyente</a:t>
            </a:r>
          </a:p>
        </p:txBody>
      </p:sp>
      <p:sp>
        <p:nvSpPr>
          <p:cNvPr id="13" name="Freeform 12"/>
          <p:cNvSpPr/>
          <p:nvPr/>
        </p:nvSpPr>
        <p:spPr>
          <a:xfrm>
            <a:off x="1216152" y="2697480"/>
            <a:ext cx="1024128" cy="850392"/>
          </a:xfrm>
          <a:custGeom>
            <a:avLst/>
            <a:gdLst/>
            <a:ahLst/>
            <a:cxnLst/>
            <a:rect l="l" t="t" r="r" b="b"/>
            <a:pathLst>
              <a:path w="112" h="93">
                <a:moveTo>
                  <a:pt x="0" y="93"/>
                </a:moveTo>
                <a:lnTo>
                  <a:pt x="0" y="0"/>
                </a:lnTo>
                <a:lnTo>
                  <a:pt x="112" y="0"/>
                </a:lnTo>
              </a:path>
            </a:pathLst>
          </a:custGeom>
          <a:noFill/>
          <a:ln w="22225">
            <a:solidFill>
              <a:srgbClr val="A3A3C1"/>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1216152" y="4553712"/>
            <a:ext cx="1024128" cy="841248"/>
          </a:xfrm>
          <a:custGeom>
            <a:avLst/>
            <a:gdLst/>
            <a:ahLst/>
            <a:cxnLst/>
            <a:rect l="l" t="t" r="r" b="b"/>
            <a:pathLst>
              <a:path w="112" h="92">
                <a:moveTo>
                  <a:pt x="0" y="0"/>
                </a:moveTo>
                <a:lnTo>
                  <a:pt x="0" y="92"/>
                </a:lnTo>
                <a:lnTo>
                  <a:pt x="112" y="92"/>
                </a:lnTo>
              </a:path>
            </a:pathLst>
          </a:custGeom>
          <a:noFill/>
          <a:ln w="22225">
            <a:solidFill>
              <a:srgbClr val="A3A3C1"/>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4071301" y="2698876"/>
            <a:ext cx="320040" cy="0"/>
          </a:xfrm>
          <a:prstGeom prst="line">
            <a:avLst/>
          </a:prstGeom>
          <a:ln w="22225">
            <a:solidFill>
              <a:srgbClr val="A3A3C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071301" y="5396356"/>
            <a:ext cx="320040" cy="0"/>
          </a:xfrm>
          <a:prstGeom prst="line">
            <a:avLst/>
          </a:prstGeom>
          <a:ln w="22225">
            <a:solidFill>
              <a:srgbClr val="A3A3C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174421" y="5396356"/>
            <a:ext cx="228600" cy="0"/>
          </a:xfrm>
          <a:prstGeom prst="line">
            <a:avLst/>
          </a:prstGeom>
          <a:ln w="22225">
            <a:solidFill>
              <a:srgbClr val="A3A3C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8183880" y="2697480"/>
            <a:ext cx="896112" cy="896112"/>
          </a:xfrm>
          <a:custGeom>
            <a:avLst/>
            <a:gdLst/>
            <a:ahLst/>
            <a:cxnLst/>
            <a:rect l="l" t="t" r="r" b="b"/>
            <a:pathLst>
              <a:path w="98" h="98">
                <a:moveTo>
                  <a:pt x="0" y="0"/>
                </a:moveTo>
                <a:lnTo>
                  <a:pt x="98" y="0"/>
                </a:lnTo>
                <a:lnTo>
                  <a:pt x="98" y="98"/>
                </a:lnTo>
              </a:path>
            </a:pathLst>
          </a:custGeom>
          <a:noFill/>
          <a:ln w="22225">
            <a:solidFill>
              <a:srgbClr val="A3A3C1"/>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8183880" y="4507992"/>
            <a:ext cx="896112" cy="886968"/>
          </a:xfrm>
          <a:custGeom>
            <a:avLst/>
            <a:gdLst/>
            <a:ahLst/>
            <a:cxnLst/>
            <a:rect l="l" t="t" r="r" b="b"/>
            <a:pathLst>
              <a:path w="98" h="97">
                <a:moveTo>
                  <a:pt x="0" y="97"/>
                </a:moveTo>
                <a:lnTo>
                  <a:pt x="98" y="97"/>
                </a:lnTo>
                <a:lnTo>
                  <a:pt x="98" y="0"/>
                </a:lnTo>
              </a:path>
            </a:pathLst>
          </a:custGeom>
          <a:noFill/>
          <a:ln w="22225">
            <a:solidFill>
              <a:srgbClr val="A3A3C1"/>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9649141" y="4047616"/>
            <a:ext cx="274320" cy="0"/>
          </a:xfrm>
          <a:prstGeom prst="line">
            <a:avLst/>
          </a:prstGeom>
          <a:ln w="22225">
            <a:solidFill>
              <a:srgbClr val="A3A3C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782997" y="5144896"/>
            <a:ext cx="0" cy="365760"/>
          </a:xfrm>
          <a:prstGeom prst="line">
            <a:avLst/>
          </a:prstGeom>
          <a:ln w="22225">
            <a:solidFill>
              <a:srgbClr val="A3A3C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923461" y="5547232"/>
            <a:ext cx="1719072" cy="320040"/>
          </a:xfrm>
          <a:prstGeom prst="rect">
            <a:avLst/>
          </a:prstGeom>
          <a:noFill/>
        </p:spPr>
        <p:txBody>
          <a:bodyPr wrap="square" lIns="0" rIns="0" tIns="0" bIns="0" anchor="ctr">
            <a:spAutoFit/>
          </a:bodyPr>
          <a:lstStyle/>
          <a:p>
            <a:pPr marL="0" indent="0" algn="ctr">
              <a:buNone/>
            </a:pPr>
            <a:r>
              <a:rPr sz="1500" lang="es-MX" b="1">
                <a:solidFill>
                  <a:srgbClr val="FFFFFF"/>
                </a:solidFill>
                <a:latin typeface="+mn-lt"/>
              </a:rPr>
              <a:t>etiquetas</a:t>
            </a:r>
          </a:p>
        </p:txBody>
      </p:sp>
      <p:sp>
        <p:nvSpPr>
          <p:cNvPr id="23" name="Marcador de número de diapositiva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es-ES"/>
            </a:defPPr>
          </a:lstStyle>
          <a:p>
            <a:pPr rtl="0"/>
            <a:fld id="{CBD12358-51D2-46B3-9BDE-DF29528B9454}" type="slidenum">
              <a:rPr lang="es-ES" smtClean="0"/>
              <a:t>‹Nº›</a:t>
            </a:fld>
            <a:endParaRPr lang="es-E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rPr sz="2800" lang="es-MX"/>
              <a:t>TF-IDF es una línea base difícil de superar: solo el fine-tuning la supera, y mezclar ambos da el mejor resultado.</a:t>
            </a:r>
          </a:p>
        </p:txBody>
      </p:sp>
      <p:sp>
        <p:nvSpPr>
          <p:cNvPr id="3" name="Content Placeholder 2"/>
          <p:cNvSpPr>
            <a:spLocks noGrp="1"/>
          </p:cNvSpPr>
          <p:nvPr>
            <p:ph idx="1" sz="half"/>
          </p:nvPr>
        </p:nvSpPr>
        <p:spPr/>
        <p:txBody>
          <a:bodyPr/>
          <a:lstStyle/>
          <a:p>
            <a:r>
              <a:rPr sz="1800" lang="es-MX"/>
              <a:t>Embeddings congelados: 0.601, debajo de B2 (0.671)</a:t>
            </a:r>
          </a:p>
          <a:p>
            <a:r>
              <a:rPr sz="1800" lang="es-MX"/>
              <a:t>e5 con fine-tuning: 0.701; mezcla E9b: 0.715</a:t>
            </a:r>
          </a:p>
          <a:p>
            <a:r>
              <a:rPr sz="1800" lang="es-MX"/>
              <a:t>Umbrales y reglas: de 0.664 a 0.671</a:t>
            </a:r>
          </a:p>
        </p:txBody>
      </p:sp>
      <p:pic>
        <p:nvPicPr>
          <p:cNvPr id="4" name="Picture 3" descr="ablacion_cv.png"/>
          <p:cNvPicPr>
            <a:picLocks noChangeAspect="1"/>
          </p:cNvPicPr>
          <p:nvPr/>
        </p:nvPicPr>
        <p:blipFill>
          <a:blip r:embed="rId2"/>
          <a:stretch>
            <a:fillRect/>
          </a:stretch>
        </p:blipFill>
        <p:spPr>
          <a:xfrm>
            <a:off x="4049898" y="1917065"/>
            <a:ext cx="7589520" cy="4297680"/>
          </a:xfrm>
          <a:prstGeom prst="rect">
            <a:avLst/>
          </a:prstGeom>
        </p:spPr>
      </p:pic>
      <p:sp>
        <p:nvSpPr>
          <p:cNvPr id="5" name="Marcador de número de diapositiva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es-ES"/>
            </a:defPPr>
          </a:lstStyle>
          <a:p>
            <a:pPr rtl="0"/>
            <a:fld id="{CBD12358-51D2-46B3-9BDE-DF29528B9454}" type="slidenum">
              <a:rPr lang="es-ES" smtClean="0"/>
              <a:t>‹Nº›</a:t>
            </a:fld>
            <a:endParaRPr lang="es-ES"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863" y="508635"/>
            <a:ext cx="10427561" cy="1332000"/>
          </a:xfrm>
        </p:spPr>
        <p:txBody>
          <a:bodyPr/>
          <a:lstStyle/>
          <a:p>
            <a:pPr marL="0" indent="0">
              <a:buNone/>
            </a:pPr>
            <a:r>
              <a:rPr sz="2800" lang="es-MX"/>
              <a:t>En test, E9b supera a B2 por 0.043 de macro F1 y su Hamming loss queda debajo del baseline de la empresa.</a:t>
            </a:r>
          </a:p>
        </p:txBody>
      </p:sp>
      <p:sp>
        <p:nvSpPr>
          <p:cNvPr id="3" name="Content Placeholder 2"/>
          <p:cNvSpPr>
            <a:spLocks noGrp="1"/>
          </p:cNvSpPr>
          <p:nvPr>
            <p:ph idx="1" sz="half"/>
          </p:nvPr>
        </p:nvSpPr>
        <p:spPr>
          <a:xfrm>
            <a:off x="1054700" y="5462167"/>
            <a:ext cx="4931762" cy="630658"/>
          </a:xfrm>
        </p:spPr>
        <p:txBody>
          <a:bodyPr anchor="t"/>
          <a:lstStyle/>
          <a:p>
            <a:pPr marL="0" indent="0">
              <a:buNone/>
            </a:pPr>
            <a:r>
              <a:rPr sz="1600" lang="es-MX"/>
              <a:t>Diferencia pareada en macro F1: +0.043 [+0.020, +0.065]</a:t>
            </a:r>
          </a:p>
        </p:txBody>
      </p:sp>
      <p:sp>
        <p:nvSpPr>
          <p:cNvPr id="4" name="Content Placeholder 3"/>
          <p:cNvSpPr>
            <a:spLocks noGrp="1"/>
          </p:cNvSpPr>
          <p:nvPr>
            <p:ph idx="13" sz="half"/>
          </p:nvPr>
        </p:nvSpPr>
        <p:spPr>
          <a:xfrm>
            <a:off x="6205540" y="5462167"/>
            <a:ext cx="5435600" cy="630658"/>
          </a:xfrm>
        </p:spPr>
        <p:txBody>
          <a:bodyPr anchor="t"/>
          <a:lstStyle/>
          <a:p>
            <a:pPr marL="0" indent="0">
              <a:buNone/>
            </a:pPr>
            <a:r>
              <a:rPr sz="1600" lang="es-MX"/>
              <a:t>Su "67% de precisión": mean PR-AUC 0.779, micro 0.749</a:t>
            </a:r>
          </a:p>
        </p:txBody>
      </p:sp>
      <p:pic>
        <p:nvPicPr>
          <p:cNvPr id="5" name="Picture 4" descr="test_f1.png"/>
          <p:cNvPicPr>
            <a:picLocks noChangeAspect="1"/>
          </p:cNvPicPr>
          <p:nvPr/>
        </p:nvPicPr>
        <p:blipFill>
          <a:blip r:embed="rId2"/>
          <a:stretch>
            <a:fillRect/>
          </a:stretch>
        </p:blipFill>
        <p:spPr>
          <a:xfrm>
            <a:off x="571182" y="2097175"/>
            <a:ext cx="5394960" cy="3291840"/>
          </a:xfrm>
          <a:prstGeom prst="rect">
            <a:avLst/>
          </a:prstGeom>
        </p:spPr>
      </p:pic>
      <p:pic>
        <p:nvPicPr>
          <p:cNvPr id="6" name="Picture 5" descr="test_hamming.png"/>
          <p:cNvPicPr>
            <a:picLocks noChangeAspect="1"/>
          </p:cNvPicPr>
          <p:nvPr/>
        </p:nvPicPr>
        <p:blipFill>
          <a:blip r:embed="rId3"/>
          <a:stretch>
            <a:fillRect/>
          </a:stretch>
        </p:blipFill>
        <p:spPr>
          <a:xfrm>
            <a:off x="6225860" y="2097175"/>
            <a:ext cx="5394960" cy="3291840"/>
          </a:xfrm>
          <a:prstGeom prst="rect">
            <a:avLst/>
          </a:prstGeom>
        </p:spPr>
      </p:pic>
      <p:sp>
        <p:nvSpPr>
          <p:cNvPr id="7" name="Marcador de número de diapositiva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rtlCol="0"/>
          <a:lstStyle>
            <a:defPPr>
              <a:defRPr lang="es-ES"/>
            </a:defPPr>
          </a:lstStyle>
          <a:p>
            <a:pPr rtl="0"/>
            <a:fld id="{DBA1B0FB-D917-4C8C-928F-313BD683BF39}" type="slidenum">
              <a:rPr lang="es-ES" smtClean="0"/>
              <a:t>‹Nº›</a:t>
            </a:fld>
            <a:endParaRPr lang="es-ES"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863" y="508635"/>
            <a:ext cx="10427561" cy="1332000"/>
          </a:xfrm>
        </p:spPr>
        <p:txBody>
          <a:bodyPr/>
          <a:lstStyle/>
          <a:p>
            <a:pPr marL="0" indent="0">
              <a:buNone/>
            </a:pPr>
            <a:r>
              <a:rPr sz="2800" lang="es-MX"/>
              <a:t>temp es la etiqueta más débil, con F1 de 0.40 en test, porque su definición mezcla temporada y ciclo de cobro.</a:t>
            </a:r>
          </a:p>
        </p:txBody>
      </p:sp>
      <p:pic>
        <p:nvPicPr>
          <p:cNvPr id="3" name="Content Placeholder 2" descr="test_f1_por_etiqueta.png"/>
          <p:cNvPicPr>
            <a:picLocks noGrp="1" noChangeAspect="1"/>
          </p:cNvPicPr>
          <p:nvPr>
            <p:ph idx="1" sz="half"/>
          </p:nvPr>
        </p:nvPicPr>
        <p:blipFill>
          <a:blip r:embed="rId2"/>
          <a:srcRect/>
          <a:stretch>
            <a:fillRect/>
          </a:stretch>
        </p:blipFill>
        <p:spPr>
          <a:xfrm>
            <a:off x="571182" y="2097175"/>
            <a:ext cx="5394960" cy="3931920"/>
          </a:xfrm>
        </p:spPr>
      </p:pic>
      <p:sp>
        <p:nvSpPr>
          <p:cNvPr id="4" name="Content Placeholder 3"/>
          <p:cNvSpPr>
            <a:spLocks noGrp="1"/>
          </p:cNvSpPr>
          <p:nvPr>
            <p:ph idx="13" sz="half"/>
          </p:nvPr>
        </p:nvSpPr>
        <p:spPr>
          <a:xfrm>
            <a:off x="6205540" y="5315585"/>
            <a:ext cx="5435600" cy="777240"/>
          </a:xfrm>
        </p:spPr>
        <p:txBody>
          <a:bodyPr anchor="t"/>
          <a:lstStyle/>
          <a:p>
            <a:r>
              <a:rPr sz="1600" lang="es-MX"/>
              <a:t>17% de las respuestas temp pierde la etiqueta ante inv</a:t>
            </a:r>
          </a:p>
          <a:p>
            <a:r>
              <a:rPr sz="1600" lang="es-MX"/>
              <a:t>28 positivos en test: IC de F1 de 0.24 a 0.55</a:t>
            </a:r>
          </a:p>
        </p:txBody>
      </p:sp>
      <p:pic>
        <p:nvPicPr>
          <p:cNvPr id="5" name="Picture 4" descr="temp_lecturas.png"/>
          <p:cNvPicPr>
            <a:picLocks noChangeAspect="1"/>
          </p:cNvPicPr>
          <p:nvPr/>
        </p:nvPicPr>
        <p:blipFill>
          <a:blip r:embed="rId3"/>
          <a:stretch>
            <a:fillRect/>
          </a:stretch>
        </p:blipFill>
        <p:spPr>
          <a:xfrm>
            <a:off x="6345976" y="2097175"/>
            <a:ext cx="5154728" cy="3145258"/>
          </a:xfrm>
          <a:prstGeom prst="rect">
            <a:avLst/>
          </a:prstGeom>
        </p:spPr>
      </p:pic>
      <p:sp>
        <p:nvSpPr>
          <p:cNvPr id="6" name="Marcador de número de diapositiva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rtlCol="0"/>
          <a:lstStyle>
            <a:defPPr>
              <a:defRPr lang="es-ES"/>
            </a:defPPr>
          </a:lstStyle>
          <a:p>
            <a:pPr rtl="0"/>
            <a:fld id="{DBA1B0FB-D917-4C8C-928F-313BD683BF39}" type="slidenum">
              <a:rPr lang="es-ES" smtClean="0"/>
              <a:t>‹Nº›</a:t>
            </a:fld>
            <a:endParaRPr lang="es-ES"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rPr sz="2800" lang="es-MX"/>
              <a:t>La mayor parte del error restante está en las etiquetas y en el codebook, no en el modelo.</a:t>
            </a:r>
          </a:p>
        </p:txBody>
      </p:sp>
      <p:sp>
        <p:nvSpPr>
          <p:cNvPr id="3" name="Content Placeholder 2"/>
          <p:cNvSpPr>
            <a:spLocks noGrp="1"/>
          </p:cNvSpPr>
          <p:nvPr>
            <p:ph idx="1" sz="half"/>
          </p:nvPr>
        </p:nvSpPr>
        <p:spPr/>
        <p:txBody>
          <a:bodyPr/>
          <a:lstStyle/>
          <a:p>
            <a:r>
              <a:rPr sz="1800" lang="es-MX"/>
              <a:t>Solo 12% de 50 errores revisados es del modelo</a:t>
            </a:r>
          </a:p>
          <a:p>
            <a:r>
              <a:rPr sz="1800" lang="es-MX"/>
              <a:t>cleanlab marca 24.8% de CV: cota superior</a:t>
            </a:r>
          </a:p>
          <a:p>
            <a:r>
              <a:rPr sz="1800" lang="es-MX"/>
              <a:t>equ vs inv: 102 equ predichos como inv, 53 al revés</a:t>
            </a:r>
          </a:p>
        </p:txBody>
      </p:sp>
      <p:pic>
        <p:nvPicPr>
          <p:cNvPr id="4" name="Picture 3" descr="auditoria_manual.png"/>
          <p:cNvPicPr>
            <a:picLocks noChangeAspect="1"/>
          </p:cNvPicPr>
          <p:nvPr/>
        </p:nvPicPr>
        <p:blipFill>
          <a:blip r:embed="rId2"/>
          <a:stretch>
            <a:fillRect/>
          </a:stretch>
        </p:blipFill>
        <p:spPr>
          <a:xfrm>
            <a:off x="4049898" y="1917065"/>
            <a:ext cx="7589520" cy="4297680"/>
          </a:xfrm>
          <a:prstGeom prst="rect">
            <a:avLst/>
          </a:prstGeom>
        </p:spPr>
      </p:pic>
      <p:sp>
        <p:nvSpPr>
          <p:cNvPr id="5" name="Marcador de número de diapositiva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es-ES"/>
            </a:defPPr>
          </a:lstStyle>
          <a:p>
            <a:pPr rtl="0"/>
            <a:fld id="{CBD12358-51D2-46B3-9BDE-DF29528B9454}" type="slidenum">
              <a:rPr lang="es-ES" smtClean="0"/>
              <a:t>‹Nº›</a:t>
            </a:fld>
            <a:endParaRPr lang="es-ES"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863" y="508635"/>
            <a:ext cx="10427561" cy="1332000"/>
          </a:xfrm>
        </p:spPr>
        <p:txBody>
          <a:bodyPr/>
          <a:lstStyle/>
          <a:p>
            <a:pPr marL="0" indent="0">
              <a:buNone/>
            </a:pPr>
            <a:r>
              <a:rPr sz="2800" lang="es-MX"/>
              <a:t>E9b responde en 31.7 ms en CPU y manda a revisión humana los casos de riesgo o cercanos al umbral.</a:t>
            </a:r>
          </a:p>
        </p:txBody>
      </p:sp>
      <p:pic>
        <p:nvPicPr>
          <p:cNvPr id="4" name="Content Placeholder 3" descr="demo_app.png"/>
          <p:cNvPicPr>
            <a:picLocks noGrp="1" noChangeAspect="1"/>
          </p:cNvPicPr>
          <p:nvPr>
            <p:ph idx="13" sz="half"/>
          </p:nvPr>
        </p:nvPicPr>
        <p:blipFill>
          <a:blip r:embed="rId2"/>
          <a:srcRect/>
          <a:stretch>
            <a:fillRect/>
          </a:stretch>
        </p:blipFill>
        <p:spPr>
          <a:xfrm>
            <a:off x="7129355" y="2097175"/>
            <a:ext cx="3587970" cy="3428722"/>
          </a:xfrm>
          <a:ln w="9525">
            <a:solidFill>
              <a:srgbClr val="A3A3C1"/>
            </a:solidFill>
          </a:ln>
        </p:spPr>
      </p:pic>
      <p:sp>
        <p:nvSpPr>
          <p:cNvPr id="5" name="Rounded Rectangle 4"/>
          <p:cNvSpPr/>
          <p:nvPr/>
        </p:nvSpPr>
        <p:spPr>
          <a:xfrm>
            <a:off x="550862" y="2097175"/>
            <a:ext cx="1463040" cy="777240"/>
          </a:xfrm>
          <a:prstGeom prst="roundRect">
            <a:avLst>
              <a:gd name="adj" fmla="val 10000"/>
            </a:avLst>
          </a:prstGeom>
          <a:solidFill>
            <a:srgbClr val="37335B"/>
          </a:solidFill>
          <a:ln w="25400">
            <a:solidFill>
              <a:srgbClr val="A3A3C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es-MX">
                <a:solidFill>
                  <a:srgbClr val="FFFFFF"/>
                </a:solidFill>
                <a:latin typeface="+mn-lt"/>
              </a:rPr>
              <a:t>POST /predict</a:t>
            </a:r>
          </a:p>
          <a:p>
            <a:pPr algn="ctr"/>
            <a:r>
              <a:rPr sz="1200" lang="es-MX">
                <a:solidFill>
                  <a:srgbClr val="A3A3C1"/>
                </a:solidFill>
                <a:latin typeface="+mn-lt"/>
              </a:rPr>
              <a:t>texto</a:t>
            </a:r>
          </a:p>
        </p:txBody>
      </p:sp>
      <p:sp>
        <p:nvSpPr>
          <p:cNvPr id="6" name="Rounded Rectangle 5"/>
          <p:cNvSpPr/>
          <p:nvPr/>
        </p:nvSpPr>
        <p:spPr>
          <a:xfrm>
            <a:off x="2333942" y="2097175"/>
            <a:ext cx="3291840" cy="777240"/>
          </a:xfrm>
          <a:prstGeom prst="roundRect">
            <a:avLst>
              <a:gd name="adj" fmla="val 10000"/>
            </a:avLst>
          </a:prstGeom>
          <a:solidFill>
            <a:srgbClr val="37335B"/>
          </a:solidFill>
          <a:ln w="25400">
            <a:solidFill>
              <a:srgbClr val="109F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es-MX">
                <a:solidFill>
                  <a:srgbClr val="FFFFFF"/>
                </a:solidFill>
                <a:latin typeface="+mn-lt"/>
              </a:rPr>
              <a:t>E9b congelado en CPU</a:t>
            </a:r>
          </a:p>
          <a:p>
            <a:pPr algn="ctr"/>
            <a:r>
              <a:rPr sz="1200" lang="es-MX">
                <a:solidFill>
                  <a:srgbClr val="A3A3C1"/>
                </a:solidFill>
                <a:latin typeface="+mn-lt"/>
              </a:rPr>
              <a:t>p50 31.7 ms, p95 47.6 ms</a:t>
            </a:r>
          </a:p>
          <a:p>
            <a:pPr algn="ctr"/>
            <a:r>
              <a:rPr sz="1200" lang="es-MX">
                <a:solidFill>
                  <a:srgbClr val="A3A3C1"/>
                </a:solidFill>
                <a:latin typeface="+mn-lt"/>
              </a:rPr>
              <a:t>B2 de respaldo: 5.3 ms</a:t>
            </a:r>
          </a:p>
        </p:txBody>
      </p:sp>
      <p:sp>
        <p:nvSpPr>
          <p:cNvPr id="7" name="Rounded Rectangle 6"/>
          <p:cNvSpPr/>
          <p:nvPr/>
        </p:nvSpPr>
        <p:spPr>
          <a:xfrm>
            <a:off x="550862" y="3103015"/>
            <a:ext cx="5074920" cy="457200"/>
          </a:xfrm>
          <a:prstGeom prst="roundRect">
            <a:avLst>
              <a:gd name="adj" fmla="val 10000"/>
            </a:avLst>
          </a:prstGeom>
          <a:solidFill>
            <a:srgbClr val="37335B"/>
          </a:solidFill>
          <a:ln w="25400">
            <a:solidFill>
              <a:srgbClr val="A3A3C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lang="es-MX">
                <a:solidFill>
                  <a:srgbClr val="FFFFFF"/>
                </a:solidFill>
                <a:latin typeface="+mn-lt"/>
              </a:rPr>
              <a:t>Respuesta:</a:t>
            </a:r>
            <a:r>
              <a:rPr sz="1300" lang="es-MX">
                <a:solidFill>
                  <a:srgbClr val="FFFFFF"/>
                </a:solidFill>
                <a:latin typeface="+mn-lt"/>
              </a:rPr>
              <a:t> etiquetas, probabilidades y needs_review</a:t>
            </a:r>
          </a:p>
        </p:txBody>
      </p:sp>
      <p:sp>
        <p:nvSpPr>
          <p:cNvPr id="8" name="Rounded Rectangle 7"/>
          <p:cNvSpPr/>
          <p:nvPr/>
        </p:nvSpPr>
        <p:spPr>
          <a:xfrm>
            <a:off x="550862" y="3788815"/>
            <a:ext cx="2423160" cy="731520"/>
          </a:xfrm>
          <a:prstGeom prst="roundRect">
            <a:avLst>
              <a:gd name="adj" fmla="val 10000"/>
            </a:avLst>
          </a:prstGeom>
          <a:solidFill>
            <a:srgbClr val="37335B"/>
          </a:solidFill>
          <a:ln w="25400">
            <a:solidFill>
              <a:srgbClr val="109F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es-MX">
                <a:solidFill>
                  <a:srgbClr val="FFFFFF"/>
                </a:solidFill>
                <a:latin typeface="+mn-lt"/>
              </a:rPr>
              <a:t>Etiqueta automática</a:t>
            </a:r>
          </a:p>
          <a:p>
            <a:pPr algn="ctr"/>
            <a:r>
              <a:rPr sz="1200" lang="es-MX">
                <a:solidFill>
                  <a:srgbClr val="A3A3C1"/>
                </a:solidFill>
                <a:latin typeface="+mn-lt"/>
              </a:rPr>
              <a:t>confiable y sin riesgo</a:t>
            </a:r>
          </a:p>
        </p:txBody>
      </p:sp>
      <p:sp>
        <p:nvSpPr>
          <p:cNvPr id="9" name="Rounded Rectangle 8"/>
          <p:cNvSpPr/>
          <p:nvPr/>
        </p:nvSpPr>
        <p:spPr>
          <a:xfrm>
            <a:off x="3202622" y="3788815"/>
            <a:ext cx="2423160" cy="731520"/>
          </a:xfrm>
          <a:prstGeom prst="roundRect">
            <a:avLst>
              <a:gd name="adj" fmla="val 10000"/>
            </a:avLst>
          </a:prstGeom>
          <a:solidFill>
            <a:srgbClr val="37335B"/>
          </a:solidFill>
          <a:ln w="25400">
            <a:solidFill>
              <a:srgbClr val="AF5C4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es-MX">
                <a:solidFill>
                  <a:srgbClr val="FFFFFF"/>
                </a:solidFill>
                <a:latin typeface="+mn-lt"/>
              </a:rPr>
              <a:t>Revisión humana</a:t>
            </a:r>
          </a:p>
          <a:p>
            <a:pPr algn="ctr"/>
            <a:r>
              <a:rPr sz="1200" lang="es-MX">
                <a:solidFill>
                  <a:srgbClr val="A3A3C1"/>
                </a:solidFill>
                <a:latin typeface="+mn-lt"/>
              </a:rPr>
              <a:t>a 0.1 del umbral, o cred / no</a:t>
            </a:r>
          </a:p>
        </p:txBody>
      </p:sp>
      <p:sp>
        <p:nvSpPr>
          <p:cNvPr id="10" name="Rounded Rectangle 9"/>
          <p:cNvSpPr/>
          <p:nvPr/>
        </p:nvSpPr>
        <p:spPr>
          <a:xfrm>
            <a:off x="550862" y="4794655"/>
            <a:ext cx="2423160" cy="685800"/>
          </a:xfrm>
          <a:prstGeom prst="roundRect">
            <a:avLst>
              <a:gd name="adj" fmla="val 10000"/>
            </a:avLst>
          </a:prstGeom>
          <a:solidFill>
            <a:srgbClr val="37335B"/>
          </a:solidFill>
          <a:ln w="25400">
            <a:solidFill>
              <a:srgbClr val="A3A3C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es-MX">
                <a:solidFill>
                  <a:srgbClr val="FFFFFF"/>
                </a:solidFill>
                <a:latin typeface="+mn-lt"/>
              </a:rPr>
              <a:t>Monitoreo</a:t>
            </a:r>
          </a:p>
          <a:p>
            <a:pPr algn="ctr"/>
            <a:r>
              <a:rPr sz="1200" lang="es-MX">
                <a:solidFill>
                  <a:srgbClr val="A3A3C1"/>
                </a:solidFill>
                <a:latin typeface="+mn-lt"/>
              </a:rPr>
              <a:t>mezcla de etiquetas y deriva</a:t>
            </a:r>
          </a:p>
        </p:txBody>
      </p:sp>
      <p:sp>
        <p:nvSpPr>
          <p:cNvPr id="11" name="Rounded Rectangle 10"/>
          <p:cNvSpPr/>
          <p:nvPr/>
        </p:nvSpPr>
        <p:spPr>
          <a:xfrm>
            <a:off x="3202622" y="4794655"/>
            <a:ext cx="2423160" cy="685800"/>
          </a:xfrm>
          <a:prstGeom prst="roundRect">
            <a:avLst>
              <a:gd name="adj" fmla="val 10000"/>
            </a:avLst>
          </a:prstGeom>
          <a:solidFill>
            <a:srgbClr val="37335B"/>
          </a:solidFill>
          <a:ln w="25400">
            <a:solidFill>
              <a:srgbClr val="109F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es-MX">
                <a:solidFill>
                  <a:srgbClr val="FFFFFF"/>
                </a:solidFill>
                <a:latin typeface="+mn-lt"/>
              </a:rPr>
              <a:t>Reentrenamiento</a:t>
            </a:r>
          </a:p>
          <a:p>
            <a:pPr algn="ctr"/>
            <a:r>
              <a:rPr sz="1200" lang="es-MX">
                <a:solidFill>
                  <a:srgbClr val="A3A3C1"/>
                </a:solidFill>
                <a:latin typeface="+mn-lt"/>
              </a:rPr>
              <a:t>mismo protocolo de CV</a:t>
            </a:r>
          </a:p>
        </p:txBody>
      </p:sp>
      <p:cxnSp>
        <p:nvCxnSpPr>
          <p:cNvPr id="12" name="Connector 11"/>
          <p:cNvCxnSpPr/>
          <p:nvPr/>
        </p:nvCxnSpPr>
        <p:spPr>
          <a:xfrm>
            <a:off x="2013902" y="2485794"/>
            <a:ext cx="320040" cy="0"/>
          </a:xfrm>
          <a:prstGeom prst="line">
            <a:avLst/>
          </a:prstGeom>
          <a:ln w="22225">
            <a:solidFill>
              <a:srgbClr val="A3A3C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979862" y="2874415"/>
            <a:ext cx="0" cy="228600"/>
          </a:xfrm>
          <a:prstGeom prst="line">
            <a:avLst/>
          </a:prstGeom>
          <a:ln w="22225">
            <a:solidFill>
              <a:srgbClr val="A3A3C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762441" y="3560215"/>
            <a:ext cx="0" cy="228600"/>
          </a:xfrm>
          <a:prstGeom prst="line">
            <a:avLst/>
          </a:prstGeom>
          <a:ln w="22225">
            <a:solidFill>
              <a:srgbClr val="A3A3C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414202" y="3560215"/>
            <a:ext cx="0" cy="228600"/>
          </a:xfrm>
          <a:prstGeom prst="line">
            <a:avLst/>
          </a:prstGeom>
          <a:ln w="22225">
            <a:solidFill>
              <a:srgbClr val="A3A3C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762441" y="4520334"/>
            <a:ext cx="0" cy="274321"/>
          </a:xfrm>
          <a:prstGeom prst="line">
            <a:avLst/>
          </a:prstGeom>
          <a:ln w="22225">
            <a:solidFill>
              <a:srgbClr val="A3A3C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414202" y="4520334"/>
            <a:ext cx="0" cy="274321"/>
          </a:xfrm>
          <a:prstGeom prst="line">
            <a:avLst/>
          </a:prstGeom>
          <a:ln w="22225">
            <a:solidFill>
              <a:srgbClr val="A3A3C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974022" y="5137555"/>
            <a:ext cx="228600" cy="0"/>
          </a:xfrm>
          <a:prstGeom prst="line">
            <a:avLst/>
          </a:prstGeom>
          <a:ln w="22225">
            <a:solidFill>
              <a:srgbClr val="A3A3C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 name="Freeform 2"/>
          <p:cNvSpPr/>
          <p:nvPr/>
        </p:nvSpPr>
        <p:spPr>
          <a:xfrm>
            <a:off x="5623560" y="2487168"/>
            <a:ext cx="210312" cy="2651760"/>
          </a:xfrm>
          <a:custGeom>
            <a:avLst/>
            <a:gdLst/>
            <a:ahLst/>
            <a:cxnLst/>
            <a:rect l="l" t="t" r="r" b="b"/>
            <a:pathLst>
              <a:path w="23" h="290">
                <a:moveTo>
                  <a:pt x="0" y="290"/>
                </a:moveTo>
                <a:lnTo>
                  <a:pt x="23" y="290"/>
                </a:lnTo>
                <a:lnTo>
                  <a:pt x="23" y="0"/>
                </a:lnTo>
                <a:lnTo>
                  <a:pt x="0" y="0"/>
                </a:lnTo>
              </a:path>
            </a:pathLst>
          </a:custGeom>
          <a:noFill/>
          <a:ln w="22225">
            <a:solidFill>
              <a:srgbClr val="A3A3C1"/>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2782" y="4529479"/>
            <a:ext cx="1143000" cy="256032"/>
          </a:xfrm>
          <a:prstGeom prst="rect">
            <a:avLst/>
          </a:prstGeom>
          <a:noFill/>
        </p:spPr>
        <p:txBody>
          <a:bodyPr wrap="square" lIns="0" rIns="0" tIns="0" bIns="0" anchor="ctr">
            <a:spAutoFit/>
          </a:bodyPr>
          <a:lstStyle/>
          <a:p>
            <a:pPr marL="0" indent="0" algn="l">
              <a:buNone/>
            </a:pPr>
            <a:r>
              <a:rPr sz="1000" lang="es-MX">
                <a:solidFill>
                  <a:srgbClr val="A3A3C1"/>
                </a:solidFill>
                <a:latin typeface="+mn-lt"/>
              </a:rPr>
              <a:t>etiquetas revisadas</a:t>
            </a:r>
          </a:p>
        </p:txBody>
      </p:sp>
      <p:sp>
        <p:nvSpPr>
          <p:cNvPr id="20" name="TextBox 19"/>
          <p:cNvSpPr txBox="1"/>
          <p:nvPr/>
        </p:nvSpPr>
        <p:spPr>
          <a:xfrm rot="16200000">
            <a:off x="5241734" y="3692803"/>
            <a:ext cx="1463040" cy="237744"/>
          </a:xfrm>
          <a:prstGeom prst="rect">
            <a:avLst/>
          </a:prstGeom>
          <a:noFill/>
        </p:spPr>
        <p:txBody>
          <a:bodyPr wrap="square" lIns="0" rIns="0" tIns="0" bIns="0" anchor="ctr">
            <a:spAutoFit/>
          </a:bodyPr>
          <a:lstStyle/>
          <a:p>
            <a:pPr marL="0" indent="0" algn="ctr">
              <a:buNone/>
            </a:pPr>
            <a:r>
              <a:rPr sz="1100" lang="es-MX">
                <a:solidFill>
                  <a:srgbClr val="A3A3C1"/>
                </a:solidFill>
                <a:latin typeface="+mn-lt"/>
              </a:rPr>
              <a:t>nuevo modelo</a:t>
            </a:r>
          </a:p>
        </p:txBody>
      </p:sp>
      <p:sp>
        <p:nvSpPr>
          <p:cNvPr id="21" name="Rounded Rectangle 20"/>
          <p:cNvSpPr/>
          <p:nvPr/>
        </p:nvSpPr>
        <p:spPr>
          <a:xfrm>
            <a:off x="6500180" y="5653913"/>
            <a:ext cx="4846320" cy="402336"/>
          </a:xfrm>
          <a:prstGeom prst="roundRect">
            <a:avLst>
              <a:gd name="adj" fmla="val 10000"/>
            </a:avLst>
          </a:prstGeom>
          <a:solidFill>
            <a:srgbClr val="37335B"/>
          </a:solidFill>
          <a:ln w="25400">
            <a:solidFill>
              <a:srgbClr val="109FA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lang="es-MX">
                <a:solidFill>
                  <a:srgbClr val="FFFFFF"/>
                </a:solidFill>
                <a:latin typeface="+mn-lt"/>
              </a:rPr>
              <a:t>Demo en vivo:</a:t>
            </a:r>
            <a:r>
              <a:rPr sz="1400" lang="es-MX">
                <a:solidFill>
                  <a:srgbClr val="FFFFFF"/>
                </a:solidFill>
                <a:latin typeface="+mn-lt"/>
              </a:rPr>
              <a:t> misma API, sin conexión a internet</a:t>
            </a:r>
          </a:p>
        </p:txBody>
      </p:sp>
      <p:sp>
        <p:nvSpPr>
          <p:cNvPr id="22" name="Marcador de número de diapositiva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rtlCol="0"/>
          <a:lstStyle>
            <a:defPPr>
              <a:defRPr lang="es-ES"/>
            </a:defPPr>
          </a:lstStyle>
          <a:p>
            <a:pPr rtl="0"/>
            <a:fld id="{DBA1B0FB-D917-4C8C-928F-313BD683BF39}" type="slidenum">
              <a:rPr lang="es-ES" smtClean="0"/>
              <a:t>‹Nº›</a:t>
            </a:fld>
            <a:endParaRPr lang="es-ES"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rPr sz="2800" lang="es-MX"/>
              <a:t>La siguiente mejora más barata está en el codebook y en las etiquetas, no en un modelo más grande.</a:t>
            </a:r>
          </a:p>
        </p:txBody>
      </p:sp>
      <p:sp>
        <p:nvSpPr>
          <p:cNvPr id="3" name="Content Placeholder 2"/>
          <p:cNvSpPr>
            <a:spLocks noGrp="1"/>
          </p:cNvSpPr>
          <p:nvPr>
            <p:ph idx="1"/>
          </p:nvPr>
        </p:nvSpPr>
        <p:spPr>
          <a:xfrm>
            <a:off x="581343" y="2103039"/>
            <a:ext cx="7929940" cy="3140269"/>
          </a:xfrm>
        </p:spPr>
        <p:txBody>
          <a:bodyPr/>
          <a:lstStyle/>
          <a:p>
            <a:pPr marL="0" indent="0">
              <a:buNone/>
            </a:pPr>
            <a:r>
              <a:rPr sz="2400" lang="es-MX"/>
              <a:t>1. Codebook: definir inv, separar temp, crec como residual</a:t>
            </a:r>
          </a:p>
          <a:p>
            <a:pPr marL="0" indent="0">
              <a:buNone/>
            </a:pPr>
            <a:r>
              <a:rPr sz="2400" lang="es-MX"/>
              <a:t>2. Reetiquetar lo que marca cleanlab, con aprendizaje activo</a:t>
            </a:r>
          </a:p>
          <a:p>
            <a:pPr marL="0" indent="0">
              <a:buNone/>
            </a:pPr>
            <a:r>
              <a:rPr sz="2400" lang="es-MX"/>
              <a:t>3. Umbrales por costo para no y cred, con monitoreo</a:t>
            </a:r>
          </a:p>
        </p:txBody>
      </p:sp>
      <p:sp>
        <p:nvSpPr>
          <p:cNvPr id="4" name="Marcador de número de diapositiva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rtlCol="0"/>
          <a:lstStyle>
            <a:defPPr>
              <a:defRPr lang="es-ES"/>
            </a:defPPr>
          </a:lstStyle>
          <a:p>
            <a:pPr rtl="0"/>
            <a:fld id="{DBA1B0FB-D917-4C8C-928F-313BD683BF39}" type="slidenum">
              <a:rPr lang="es-ES" smtClean="0"/>
              <a:t>‹Nº›</a:t>
            </a:fld>
            <a:endParaRPr lang="es-ES"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rPr sz="2400" lang="es-MX"/>
              <a:t>Apéndice A1. Ablación completa: el intervalo de E9b no se traslapa con el de B2.</a:t>
            </a:r>
          </a:p>
        </p:txBody>
      </p:sp>
      <p:graphicFrame>
        <p:nvGraphicFramePr>
          <p:cNvPr id="3" name="Content Placeholder 2"/>
          <p:cNvGraphicFramePr>
            <a:graphicFrameLocks noGrp="1"/>
          </p:cNvGraphicFramePr>
          <p:nvPr>
            <p:ph idx="1" sz="half"/>
          </p:nvPr>
        </p:nvGraphicFramePr>
        <p:xfrm>
          <a:off x="550861" y="1917064"/>
          <a:ext cx="11090275" cy="4198608"/>
        </p:xfrm>
        <a:graphic>
          <a:graphicData uri="http://schemas.openxmlformats.org/drawingml/2006/table">
            <a:tbl>
              <a:tblPr firstRow="1" bandRow="1">
                <a:tableStyleId>{72833802-FEF1-4C79-8D5D-14CF1EAF98D9}</a:tableStyleId>
              </a:tblPr>
              <a:tblGrid>
                <a:gridCol w="1819498"/>
                <a:gridCol w="1559569"/>
                <a:gridCol w="3465710"/>
                <a:gridCol w="1819498"/>
                <a:gridCol w="866427"/>
                <a:gridCol w="779784"/>
                <a:gridCol w="779784"/>
              </a:tblGrid>
              <a:tr h="174942">
                <a:tc>
                  <a:txBody>
                    <a:bodyPr/>
                    <a:lstStyle/>
                    <a:p>
                      <a:pPr marL="0" indent="0" algn="l">
                        <a:buNone/>
                      </a:pPr>
                      <a:r>
                        <a:rPr sz="950" lang="es-MX" b="1">
                          <a:solidFill>
                            <a:srgbClr val="1B192E"/>
                          </a:solidFill>
                        </a:rPr>
                        <a:t>Bloque</a:t>
                      </a:r>
                    </a:p>
                  </a:txBody>
                  <a:tcPr anchor="ctr" marL="64008" marR="64008" marT="4572" marB="4572"/>
                </a:tc>
                <a:tc>
                  <a:txBody>
                    <a:bodyPr/>
                    <a:lstStyle/>
                    <a:p>
                      <a:pPr marL="0" indent="0" algn="l">
                        <a:buNone/>
                      </a:pPr>
                      <a:r>
                        <a:rPr sz="950" lang="es-MX" b="1">
                          <a:solidFill>
                            <a:srgbClr val="1B192E"/>
                          </a:solidFill>
                        </a:rPr>
                        <a:t>Experimento</a:t>
                      </a:r>
                    </a:p>
                  </a:txBody>
                  <a:tcPr anchor="ctr" marL="64008" marR="64008" marT="4572" marB="4572"/>
                </a:tc>
                <a:tc>
                  <a:txBody>
                    <a:bodyPr/>
                    <a:lstStyle/>
                    <a:p>
                      <a:pPr marL="0" indent="0" algn="l">
                        <a:buNone/>
                      </a:pPr>
                      <a:r>
                        <a:rPr sz="950" lang="es-MX" b="1">
                          <a:solidFill>
                            <a:srgbClr val="1B192E"/>
                          </a:solidFill>
                        </a:rPr>
                        <a:t>Qué cambia</a:t>
                      </a:r>
                    </a:p>
                  </a:txBody>
                  <a:tcPr anchor="ctr" marL="64008" marR="64008" marT="4572" marB="4572"/>
                </a:tc>
                <a:tc>
                  <a:txBody>
                    <a:bodyPr/>
                    <a:lstStyle/>
                    <a:p>
                      <a:pPr marL="0" indent="0" algn="r">
                        <a:buNone/>
                      </a:pPr>
                      <a:r>
                        <a:rPr sz="950" lang="es-MX" b="1">
                          <a:solidFill>
                            <a:srgbClr val="1B192E"/>
                          </a:solidFill>
                        </a:rPr>
                        <a:t>Macro F1 [IC 95%]</a:t>
                      </a:r>
                    </a:p>
                  </a:txBody>
                  <a:tcPr anchor="ctr" marL="64008" marR="64008" marT="4572" marB="4572"/>
                </a:tc>
                <a:tc>
                  <a:txBody>
                    <a:bodyPr/>
                    <a:lstStyle/>
                    <a:p>
                      <a:pPr marL="0" indent="0" algn="r">
                        <a:buNone/>
                      </a:pPr>
                      <a:r>
                        <a:rPr sz="950" lang="es-MX" b="1">
                          <a:solidFill>
                            <a:srgbClr val="1B192E"/>
                          </a:solidFill>
                        </a:rPr>
                        <a:t>Micro F1</a:t>
                      </a:r>
                    </a:p>
                  </a:txBody>
                  <a:tcPr anchor="ctr" marL="64008" marR="64008" marT="4572" marB="4572"/>
                </a:tc>
                <a:tc>
                  <a:txBody>
                    <a:bodyPr/>
                    <a:lstStyle/>
                    <a:p>
                      <a:pPr marL="0" indent="0" algn="r">
                        <a:buNone/>
                      </a:pPr>
                      <a:r>
                        <a:rPr sz="950" lang="es-MX" b="1">
                          <a:solidFill>
                            <a:srgbClr val="1B192E"/>
                          </a:solidFill>
                        </a:rPr>
                        <a:t>Hamming</a:t>
                      </a:r>
                    </a:p>
                  </a:txBody>
                  <a:tcPr anchor="ctr" marL="64008" marR="64008" marT="4572" marB="4572"/>
                </a:tc>
                <a:tc>
                  <a:txBody>
                    <a:bodyPr/>
                    <a:lstStyle/>
                    <a:p>
                      <a:pPr marL="0" indent="0" algn="r">
                        <a:buNone/>
                      </a:pPr>
                      <a:r>
                        <a:rPr sz="950" lang="es-MX" b="1">
                          <a:solidFill>
                            <a:srgbClr val="1B192E"/>
                          </a:solidFill>
                        </a:rPr>
                        <a:t>temp F1</a:t>
                      </a:r>
                    </a:p>
                  </a:txBody>
                  <a:tcPr anchor="ctr" marL="64008" marR="64008" marT="4572" marB="4572"/>
                </a:tc>
              </a:tr>
              <a:tr h="174942">
                <a:tc rowSpan="2">
                  <a:txBody>
                    <a:bodyPr/>
                    <a:lstStyle/>
                    <a:p>
                      <a:pPr marL="0" indent="0" algn="l">
                        <a:buNone/>
                      </a:pPr>
                      <a:r>
                        <a:rPr sz="950" lang="es-MX">
                          <a:solidFill>
                            <a:srgbClr val="FFFFFF"/>
                          </a:solidFill>
                        </a:rPr>
                        <a:t>Líneas base</a:t>
                      </a:r>
                    </a:p>
                  </a:txBody>
                  <a:tcPr anchor="ctr" marL="64008" marR="64008" marT="4572" marB="4572"/>
                </a:tc>
                <a:tc>
                  <a:txBody>
                    <a:bodyPr/>
                    <a:lstStyle/>
                    <a:p>
                      <a:pPr marL="0" indent="0" algn="l">
                        <a:buNone/>
                      </a:pPr>
                      <a:r>
                        <a:rPr sz="950" lang="es-MX">
                          <a:solidFill>
                            <a:srgbClr val="FFFFFF"/>
                          </a:solidFill>
                        </a:rPr>
                        <a:t>B0</a:t>
                      </a:r>
                    </a:p>
                  </a:txBody>
                  <a:tcPr anchor="ctr" marL="64008" marR="64008" marT="4572" marB="4572"/>
                </a:tc>
                <a:tc>
                  <a:txBody>
                    <a:bodyPr/>
                    <a:lstStyle/>
                    <a:p>
                      <a:pPr marL="0" indent="0" algn="l">
                        <a:buNone/>
                      </a:pPr>
                      <a:r>
                        <a:rPr sz="950" lang="es-MX">
                          <a:solidFill>
                            <a:srgbClr val="FFFFFF"/>
                          </a:solidFill>
                        </a:rPr>
                        <a:t>No predecir ninguna etiqueta</a:t>
                      </a:r>
                    </a:p>
                  </a:txBody>
                  <a:tcPr anchor="ctr" marL="64008" marR="64008" marT="4572" marB="4572"/>
                </a:tc>
                <a:tc>
                  <a:txBody>
                    <a:bodyPr/>
                    <a:lstStyle/>
                    <a:p>
                      <a:pPr marL="0" indent="0" algn="r">
                        <a:buNone/>
                      </a:pPr>
                      <a:r>
                        <a:rPr sz="950" lang="es-MX">
                          <a:solidFill>
                            <a:srgbClr val="FFFFFF"/>
                          </a:solidFill>
                        </a:rPr>
                        <a:t>0.000 [0.000, 0.000]</a:t>
                      </a:r>
                    </a:p>
                  </a:txBody>
                  <a:tcPr anchor="ctr" marL="64008" marR="64008" marT="4572" marB="4572"/>
                </a:tc>
                <a:tc>
                  <a:txBody>
                    <a:bodyPr/>
                    <a:lstStyle/>
                    <a:p>
                      <a:pPr marL="0" indent="0" algn="r">
                        <a:buNone/>
                      </a:pPr>
                      <a:r>
                        <a:rPr sz="950" lang="es-MX">
                          <a:solidFill>
                            <a:srgbClr val="FFFFFF"/>
                          </a:solidFill>
                        </a:rPr>
                        <a:t>0.000</a:t>
                      </a:r>
                    </a:p>
                  </a:txBody>
                  <a:tcPr anchor="ctr" marL="64008" marR="64008" marT="4572" marB="4572"/>
                </a:tc>
                <a:tc>
                  <a:txBody>
                    <a:bodyPr/>
                    <a:lstStyle/>
                    <a:p>
                      <a:pPr marL="0" indent="0" algn="r">
                        <a:buNone/>
                      </a:pPr>
                      <a:r>
                        <a:rPr sz="950" lang="es-MX">
                          <a:solidFill>
                            <a:srgbClr val="FFFFFF"/>
                          </a:solidFill>
                        </a:rPr>
                        <a:t>0.1143</a:t>
                      </a:r>
                    </a:p>
                  </a:txBody>
                  <a:tcPr anchor="ctr" marL="64008" marR="64008" marT="4572" marB="4572"/>
                </a:tc>
                <a:tc>
                  <a:txBody>
                    <a:bodyPr/>
                    <a:lstStyle/>
                    <a:p>
                      <a:pPr marL="0" indent="0" algn="r">
                        <a:buNone/>
                      </a:pPr>
                      <a:r>
                        <a:rPr sz="950" lang="es-MX">
                          <a:solidFill>
                            <a:srgbClr val="FFFFFF"/>
                          </a:solidFill>
                        </a:rPr>
                        <a:t>0.000</a:t>
                      </a:r>
                    </a:p>
                  </a:txBody>
                  <a:tcPr anchor="ctr" marL="64008" marR="64008" marT="4572" marB="4572"/>
                </a:tc>
              </a:tr>
              <a:tr h="174942">
                <a:tc vMerge="1">
                  <a:txBody>
                    <a:bodyPr/>
                    <a:lstStyle/>
                    <a:p>
                      <a:pPr marL="0" indent="0" algn="l">
                        <a:buNone/>
                      </a:pPr>
                    </a:p>
                  </a:txBody>
                  <a:tcPr anchor="ctr" marL="64008" marR="64008" marT="4572" marB="4572"/>
                </a:tc>
                <a:tc>
                  <a:txBody>
                    <a:bodyPr/>
                    <a:lstStyle/>
                    <a:p>
                      <a:pPr marL="0" indent="0" algn="l">
                        <a:buNone/>
                      </a:pPr>
                      <a:r>
                        <a:rPr sz="950" lang="es-MX">
                          <a:solidFill>
                            <a:srgbClr val="FFFFFF"/>
                          </a:solidFill>
                        </a:rPr>
                        <a:t>B1</a:t>
                      </a:r>
                    </a:p>
                  </a:txBody>
                  <a:tcPr anchor="ctr" marL="64008" marR="64008" marT="4572" marB="4572"/>
                </a:tc>
                <a:tc>
                  <a:txBody>
                    <a:bodyPr/>
                    <a:lstStyle/>
                    <a:p>
                      <a:pPr marL="0" indent="0" algn="l">
                        <a:buNone/>
                      </a:pPr>
                      <a:r>
                        <a:rPr sz="950" lang="es-MX">
                          <a:solidFill>
                            <a:srgbClr val="FFFFFF"/>
                          </a:solidFill>
                        </a:rPr>
                        <a:t>Siempre la etiqueta más frecuente (inv)</a:t>
                      </a:r>
                    </a:p>
                  </a:txBody>
                  <a:tcPr anchor="ctr" marL="64008" marR="64008" marT="4572" marB="4572"/>
                </a:tc>
                <a:tc>
                  <a:txBody>
                    <a:bodyPr/>
                    <a:lstStyle/>
                    <a:p>
                      <a:pPr marL="0" indent="0" algn="r">
                        <a:buNone/>
                      </a:pPr>
                      <a:r>
                        <a:rPr sz="950" lang="es-MX">
                          <a:solidFill>
                            <a:srgbClr val="FFFFFF"/>
                          </a:solidFill>
                        </a:rPr>
                        <a:t>0.051 [0.050, 0.053]</a:t>
                      </a:r>
                    </a:p>
                  </a:txBody>
                  <a:tcPr anchor="ctr" marL="64008" marR="64008" marT="4572" marB="4572"/>
                </a:tc>
                <a:tc>
                  <a:txBody>
                    <a:bodyPr/>
                    <a:lstStyle/>
                    <a:p>
                      <a:pPr marL="0" indent="0" algn="r">
                        <a:buNone/>
                      </a:pPr>
                      <a:r>
                        <a:rPr sz="950" lang="es-MX">
                          <a:solidFill>
                            <a:srgbClr val="FFFFFF"/>
                          </a:solidFill>
                        </a:rPr>
                        <a:t>0.323</a:t>
                      </a:r>
                    </a:p>
                  </a:txBody>
                  <a:tcPr anchor="ctr" marL="64008" marR="64008" marT="4572" marB="4572"/>
                </a:tc>
                <a:tc>
                  <a:txBody>
                    <a:bodyPr/>
                    <a:lstStyle/>
                    <a:p>
                      <a:pPr marL="0" indent="0" algn="r">
                        <a:buNone/>
                      </a:pPr>
                      <a:r>
                        <a:rPr sz="950" lang="es-MX">
                          <a:solidFill>
                            <a:srgbClr val="FFFFFF"/>
                          </a:solidFill>
                        </a:rPr>
                        <a:t>0.1451</a:t>
                      </a:r>
                    </a:p>
                  </a:txBody>
                  <a:tcPr anchor="ctr" marL="64008" marR="64008" marT="4572" marB="4572"/>
                </a:tc>
                <a:tc>
                  <a:txBody>
                    <a:bodyPr/>
                    <a:lstStyle/>
                    <a:p>
                      <a:pPr marL="0" indent="0" algn="r">
                        <a:buNone/>
                      </a:pPr>
                      <a:r>
                        <a:rPr sz="950" lang="es-MX">
                          <a:solidFill>
                            <a:srgbClr val="FFFFFF"/>
                          </a:solidFill>
                        </a:rPr>
                        <a:t>0.000</a:t>
                      </a:r>
                    </a:p>
                  </a:txBody>
                  <a:tcPr anchor="ctr" marL="64008" marR="64008" marT="4572" marB="4572"/>
                </a:tc>
              </a:tr>
              <a:tr h="174942">
                <a:tc rowSpan="8">
                  <a:txBody>
                    <a:bodyPr/>
                    <a:lstStyle/>
                    <a:p>
                      <a:pPr marL="0" indent="0" algn="l">
                        <a:buNone/>
                      </a:pPr>
                      <a:r>
                        <a:rPr sz="950" lang="es-MX">
                          <a:solidFill>
                            <a:srgbClr val="FFFFFF"/>
                          </a:solidFill>
                        </a:rPr>
                        <a:t>TF-IDF + LR</a:t>
                      </a:r>
                    </a:p>
                  </a:txBody>
                  <a:tcPr anchor="ctr" marL="64008" marR="64008" marT="4572" marB="4572"/>
                </a:tc>
                <a:tc>
                  <a:txBody>
                    <a:bodyPr/>
                    <a:lstStyle/>
                    <a:p>
                      <a:pPr marL="0" indent="0" algn="l">
                        <a:buNone/>
                      </a:pPr>
                      <a:r>
                        <a:rPr sz="950" lang="es-MX">
                          <a:solidFill>
                            <a:srgbClr val="FFFFFF"/>
                          </a:solidFill>
                        </a:rPr>
                        <a:t>B2, umbral 0.5</a:t>
                      </a:r>
                    </a:p>
                  </a:txBody>
                  <a:tcPr anchor="ctr" marL="64008" marR="64008" marT="4572" marB="4572"/>
                </a:tc>
                <a:tc>
                  <a:txBody>
                    <a:bodyPr/>
                    <a:lstStyle/>
                    <a:p>
                      <a:pPr marL="0" indent="0" algn="l">
                        <a:buNone/>
                      </a:pPr>
                      <a:r>
                        <a:rPr sz="950" lang="es-MX">
                          <a:solidFill>
                            <a:srgbClr val="FFFFFF"/>
                          </a:solidFill>
                        </a:rPr>
                        <a:t>Sin umbrales ajustados ni reglas</a:t>
                      </a:r>
                    </a:p>
                  </a:txBody>
                  <a:tcPr anchor="ctr" marL="64008" marR="64008" marT="4572" marB="4572"/>
                </a:tc>
                <a:tc>
                  <a:txBody>
                    <a:bodyPr/>
                    <a:lstStyle/>
                    <a:p>
                      <a:pPr marL="0" indent="0" algn="r">
                        <a:buNone/>
                      </a:pPr>
                      <a:r>
                        <a:rPr sz="950" lang="es-MX">
                          <a:solidFill>
                            <a:srgbClr val="FFFFFF"/>
                          </a:solidFill>
                        </a:rPr>
                        <a:t>0.664 [0.652, 0.676]</a:t>
                      </a:r>
                    </a:p>
                  </a:txBody>
                  <a:tcPr anchor="ctr" marL="64008" marR="64008" marT="4572" marB="4572"/>
                </a:tc>
                <a:tc>
                  <a:txBody>
                    <a:bodyPr/>
                    <a:lstStyle/>
                    <a:p>
                      <a:pPr marL="0" indent="0" algn="r">
                        <a:buNone/>
                      </a:pPr>
                      <a:r>
                        <a:rPr sz="950" lang="es-MX">
                          <a:solidFill>
                            <a:srgbClr val="FFFFFF"/>
                          </a:solidFill>
                        </a:rPr>
                        <a:t>0.726</a:t>
                      </a:r>
                    </a:p>
                  </a:txBody>
                  <a:tcPr anchor="ctr" marL="64008" marR="64008" marT="4572" marB="4572"/>
                </a:tc>
                <a:tc>
                  <a:txBody>
                    <a:bodyPr/>
                    <a:lstStyle/>
                    <a:p>
                      <a:pPr marL="0" indent="0" algn="r">
                        <a:buNone/>
                      </a:pPr>
                      <a:r>
                        <a:rPr sz="950" lang="es-MX">
                          <a:solidFill>
                            <a:srgbClr val="FFFFFF"/>
                          </a:solidFill>
                        </a:rPr>
                        <a:t>0.0683</a:t>
                      </a:r>
                    </a:p>
                  </a:txBody>
                  <a:tcPr anchor="ctr" marL="64008" marR="64008" marT="4572" marB="4572"/>
                </a:tc>
                <a:tc>
                  <a:txBody>
                    <a:bodyPr/>
                    <a:lstStyle/>
                    <a:p>
                      <a:pPr marL="0" indent="0" algn="r">
                        <a:buNone/>
                      </a:pPr>
                      <a:r>
                        <a:rPr sz="950" lang="es-MX">
                          <a:solidFill>
                            <a:srgbClr val="FFFFFF"/>
                          </a:solidFill>
                        </a:rPr>
                        <a:t>0.370</a:t>
                      </a:r>
                    </a:p>
                  </a:txBody>
                  <a:tcPr anchor="ctr" marL="64008" marR="64008" marT="4572" marB="4572"/>
                </a:tc>
              </a:tr>
              <a:tr h="174942">
                <a:tc vMerge="1">
                  <a:txBody>
                    <a:bodyPr/>
                    <a:lstStyle/>
                    <a:p>
                      <a:pPr marL="0" indent="0" algn="l">
                        <a:buNone/>
                      </a:pPr>
                    </a:p>
                  </a:txBody>
                  <a:tcPr anchor="ctr" marL="64008" marR="64008" marT="4572" marB="4572"/>
                </a:tc>
                <a:tc>
                  <a:txBody>
                    <a:bodyPr/>
                    <a:lstStyle/>
                    <a:p>
                      <a:pPr marL="0" indent="0" algn="l">
                        <a:buNone/>
                      </a:pPr>
                      <a:r>
                        <a:rPr sz="950" lang="es-MX">
                          <a:solidFill>
                            <a:srgbClr val="FFFFFF"/>
                          </a:solidFill>
                        </a:rPr>
                        <a:t>B2, umbrales</a:t>
                      </a:r>
                    </a:p>
                  </a:txBody>
                  <a:tcPr anchor="ctr" marL="64008" marR="64008" marT="4572" marB="4572"/>
                </a:tc>
                <a:tc>
                  <a:txBody>
                    <a:bodyPr/>
                    <a:lstStyle/>
                    <a:p>
                      <a:pPr marL="0" indent="0" algn="l">
                        <a:buNone/>
                      </a:pPr>
                      <a:r>
                        <a:rPr sz="950" lang="es-MX">
                          <a:solidFill>
                            <a:srgbClr val="FFFFFF"/>
                          </a:solidFill>
                        </a:rPr>
                        <a:t>+ umbrales ajustados out-of-fold</a:t>
                      </a:r>
                    </a:p>
                  </a:txBody>
                  <a:tcPr anchor="ctr" marL="64008" marR="64008" marT="4572" marB="4572"/>
                </a:tc>
                <a:tc>
                  <a:txBody>
                    <a:bodyPr/>
                    <a:lstStyle/>
                    <a:p>
                      <a:pPr marL="0" indent="0" algn="r">
                        <a:buNone/>
                      </a:pPr>
                      <a:r>
                        <a:rPr sz="950" lang="es-MX">
                          <a:solidFill>
                            <a:srgbClr val="FFFFFF"/>
                          </a:solidFill>
                        </a:rPr>
                        <a:t>0.666 [0.654, 0.678]</a:t>
                      </a:r>
                    </a:p>
                  </a:txBody>
                  <a:tcPr anchor="ctr" marL="64008" marR="64008" marT="4572" marB="4572"/>
                </a:tc>
                <a:tc>
                  <a:txBody>
                    <a:bodyPr/>
                    <a:lstStyle/>
                    <a:p>
                      <a:pPr marL="0" indent="0" algn="r">
                        <a:buNone/>
                      </a:pPr>
                      <a:r>
                        <a:rPr sz="950" lang="es-MX">
                          <a:solidFill>
                            <a:srgbClr val="FFFFFF"/>
                          </a:solidFill>
                        </a:rPr>
                        <a:t>0.735</a:t>
                      </a:r>
                    </a:p>
                  </a:txBody>
                  <a:tcPr anchor="ctr" marL="64008" marR="64008" marT="4572" marB="4572"/>
                </a:tc>
                <a:tc>
                  <a:txBody>
                    <a:bodyPr/>
                    <a:lstStyle/>
                    <a:p>
                      <a:pPr marL="0" indent="0" algn="r">
                        <a:buNone/>
                      </a:pPr>
                      <a:r>
                        <a:rPr sz="950" lang="es-MX">
                          <a:solidFill>
                            <a:srgbClr val="FFFFFF"/>
                          </a:solidFill>
                        </a:rPr>
                        <a:t>0.0639</a:t>
                      </a:r>
                    </a:p>
                  </a:txBody>
                  <a:tcPr anchor="ctr" marL="64008" marR="64008" marT="4572" marB="4572"/>
                </a:tc>
                <a:tc>
                  <a:txBody>
                    <a:bodyPr/>
                    <a:lstStyle/>
                    <a:p>
                      <a:pPr marL="0" indent="0" algn="r">
                        <a:buNone/>
                      </a:pPr>
                      <a:r>
                        <a:rPr sz="950" lang="es-MX">
                          <a:solidFill>
                            <a:srgbClr val="FFFFFF"/>
                          </a:solidFill>
                        </a:rPr>
                        <a:t>0.374</a:t>
                      </a:r>
                    </a:p>
                  </a:txBody>
                  <a:tcPr anchor="ctr" marL="64008" marR="64008" marT="4572" marB="4572"/>
                </a:tc>
              </a:tr>
              <a:tr h="174942">
                <a:tc vMerge="1">
                  <a:txBody>
                    <a:bodyPr/>
                    <a:lstStyle/>
                    <a:p>
                      <a:pPr marL="0" indent="0" algn="l">
                        <a:buNone/>
                      </a:pPr>
                    </a:p>
                  </a:txBody>
                  <a:tcPr anchor="ctr" marL="64008" marR="64008" marT="4572" marB="4572"/>
                </a:tc>
                <a:tc>
                  <a:txBody>
                    <a:bodyPr/>
                    <a:lstStyle/>
                    <a:p>
                      <a:pPr marL="0" indent="0" algn="l">
                        <a:buNone/>
                      </a:pPr>
                      <a:r>
                        <a:rPr sz="950" lang="es-MX">
                          <a:solidFill>
                            <a:srgbClr val="FFFFFF"/>
                          </a:solidFill>
                        </a:rPr>
                        <a:t>B2, al menos una</a:t>
                      </a:r>
                    </a:p>
                  </a:txBody>
                  <a:tcPr anchor="ctr" marL="64008" marR="64008" marT="4572" marB="4572"/>
                </a:tc>
                <a:tc>
                  <a:txBody>
                    <a:bodyPr/>
                    <a:lstStyle/>
                    <a:p>
                      <a:pPr marL="0" indent="0" algn="l">
                        <a:buNone/>
                      </a:pPr>
                      <a:r>
                        <a:rPr sz="950" lang="es-MX">
                          <a:solidFill>
                            <a:srgbClr val="FFFFFF"/>
                          </a:solidFill>
                        </a:rPr>
                        <a:t>+ regla de al menos una etiqueta</a:t>
                      </a:r>
                    </a:p>
                  </a:txBody>
                  <a:tcPr anchor="ctr" marL="64008" marR="64008" marT="4572" marB="4572"/>
                </a:tc>
                <a:tc>
                  <a:txBody>
                    <a:bodyPr/>
                    <a:lstStyle/>
                    <a:p>
                      <a:pPr marL="0" indent="0" algn="r">
                        <a:buNone/>
                      </a:pPr>
                      <a:r>
                        <a:rPr sz="950" lang="es-MX">
                          <a:solidFill>
                            <a:srgbClr val="FFFFFF"/>
                          </a:solidFill>
                        </a:rPr>
                        <a:t>0.668 [0.656, 0.680]</a:t>
                      </a:r>
                    </a:p>
                  </a:txBody>
                  <a:tcPr anchor="ctr" marL="64008" marR="64008" marT="4572" marB="4572"/>
                </a:tc>
                <a:tc>
                  <a:txBody>
                    <a:bodyPr/>
                    <a:lstStyle/>
                    <a:p>
                      <a:pPr marL="0" indent="0" algn="r">
                        <a:buNone/>
                      </a:pPr>
                      <a:r>
                        <a:rPr sz="950" lang="es-MX">
                          <a:solidFill>
                            <a:srgbClr val="FFFFFF"/>
                          </a:solidFill>
                        </a:rPr>
                        <a:t>0.734</a:t>
                      </a:r>
                    </a:p>
                  </a:txBody>
                  <a:tcPr anchor="ctr" marL="64008" marR="64008" marT="4572" marB="4572"/>
                </a:tc>
                <a:tc>
                  <a:txBody>
                    <a:bodyPr/>
                    <a:lstStyle/>
                    <a:p>
                      <a:pPr marL="0" indent="0" algn="r">
                        <a:buNone/>
                      </a:pPr>
                      <a:r>
                        <a:rPr sz="950" lang="es-MX">
                          <a:solidFill>
                            <a:srgbClr val="FFFFFF"/>
                          </a:solidFill>
                        </a:rPr>
                        <a:t>0.0658</a:t>
                      </a:r>
                    </a:p>
                  </a:txBody>
                  <a:tcPr anchor="ctr" marL="64008" marR="64008" marT="4572" marB="4572"/>
                </a:tc>
                <a:tc>
                  <a:txBody>
                    <a:bodyPr/>
                    <a:lstStyle/>
                    <a:p>
                      <a:pPr marL="0" indent="0" algn="r">
                        <a:buNone/>
                      </a:pPr>
                      <a:r>
                        <a:rPr sz="950" lang="es-MX">
                          <a:solidFill>
                            <a:srgbClr val="FFFFFF"/>
                          </a:solidFill>
                        </a:rPr>
                        <a:t>0.378</a:t>
                      </a:r>
                    </a:p>
                  </a:txBody>
                  <a:tcPr anchor="ctr" marL="64008" marR="64008" marT="4572" marB="4572"/>
                </a:tc>
              </a:tr>
              <a:tr h="174942">
                <a:tc vMerge="1">
                  <a:txBody>
                    <a:bodyPr/>
                    <a:lstStyle/>
                    <a:p>
                      <a:pPr marL="0" indent="0" algn="l">
                        <a:buNone/>
                      </a:pPr>
                    </a:p>
                  </a:txBody>
                  <a:tcPr anchor="ctr" marL="64008" marR="64008" marT="4572" marB="4572"/>
                </a:tc>
                <a:tc>
                  <a:txBody>
                    <a:bodyPr/>
                    <a:lstStyle/>
                    <a:p>
                      <a:pPr marL="0" indent="0" algn="l">
                        <a:buNone/>
                      </a:pPr>
                      <a:r>
                        <a:rPr sz="950" lang="es-MX">
                          <a:solidFill>
                            <a:srgbClr val="FFFFFF"/>
                          </a:solidFill>
                        </a:rPr>
                        <a:t>B2, no excluyente</a:t>
                      </a:r>
                    </a:p>
                  </a:txBody>
                  <a:tcPr anchor="ctr" marL="64008" marR="64008" marT="4572" marB="4572"/>
                </a:tc>
                <a:tc>
                  <a:txBody>
                    <a:bodyPr/>
                    <a:lstStyle/>
                    <a:p>
                      <a:pPr marL="0" indent="0" algn="l">
                        <a:buNone/>
                      </a:pPr>
                      <a:r>
                        <a:rPr sz="950" lang="es-MX">
                          <a:solidFill>
                            <a:srgbClr val="FFFFFF"/>
                          </a:solidFill>
                        </a:rPr>
                        <a:t>+ regla de no excluyente (sin la anterior)</a:t>
                      </a:r>
                    </a:p>
                  </a:txBody>
                  <a:tcPr anchor="ctr" marL="64008" marR="64008" marT="4572" marB="4572"/>
                </a:tc>
                <a:tc>
                  <a:txBody>
                    <a:bodyPr/>
                    <a:lstStyle/>
                    <a:p>
                      <a:pPr marL="0" indent="0" algn="r">
                        <a:buNone/>
                      </a:pPr>
                      <a:r>
                        <a:rPr sz="950" lang="es-MX">
                          <a:solidFill>
                            <a:srgbClr val="FFFFFF"/>
                          </a:solidFill>
                        </a:rPr>
                        <a:t>0.669 [0.657, 0.682]</a:t>
                      </a:r>
                    </a:p>
                  </a:txBody>
                  <a:tcPr anchor="ctr" marL="64008" marR="64008" marT="4572" marB="4572"/>
                </a:tc>
                <a:tc>
                  <a:txBody>
                    <a:bodyPr/>
                    <a:lstStyle/>
                    <a:p>
                      <a:pPr marL="0" indent="0" algn="r">
                        <a:buNone/>
                      </a:pPr>
                      <a:r>
                        <a:rPr sz="950" lang="es-MX">
                          <a:solidFill>
                            <a:srgbClr val="FFFFFF"/>
                          </a:solidFill>
                        </a:rPr>
                        <a:t>0.738</a:t>
                      </a:r>
                    </a:p>
                  </a:txBody>
                  <a:tcPr anchor="ctr" marL="64008" marR="64008" marT="4572" marB="4572"/>
                </a:tc>
                <a:tc>
                  <a:txBody>
                    <a:bodyPr/>
                    <a:lstStyle/>
                    <a:p>
                      <a:pPr marL="0" indent="0" algn="r">
                        <a:buNone/>
                      </a:pPr>
                      <a:r>
                        <a:rPr sz="950" lang="es-MX">
                          <a:solidFill>
                            <a:srgbClr val="FFFFFF"/>
                          </a:solidFill>
                        </a:rPr>
                        <a:t>0.0630</a:t>
                      </a:r>
                    </a:p>
                  </a:txBody>
                  <a:tcPr anchor="ctr" marL="64008" marR="64008" marT="4572" marB="4572"/>
                </a:tc>
                <a:tc>
                  <a:txBody>
                    <a:bodyPr/>
                    <a:lstStyle/>
                    <a:p>
                      <a:pPr marL="0" indent="0" algn="r">
                        <a:buNone/>
                      </a:pPr>
                      <a:r>
                        <a:rPr sz="950" lang="es-MX">
                          <a:solidFill>
                            <a:srgbClr val="FFFFFF"/>
                          </a:solidFill>
                        </a:rPr>
                        <a:t>0.380</a:t>
                      </a:r>
                    </a:p>
                  </a:txBody>
                  <a:tcPr anchor="ctr" marL="64008" marR="64008" marT="4572" marB="4572"/>
                </a:tc>
              </a:tr>
              <a:tr h="174942">
                <a:tc vMerge="1">
                  <a:txBody>
                    <a:bodyPr/>
                    <a:lstStyle/>
                    <a:p>
                      <a:pPr marL="0" indent="0" algn="l">
                        <a:buNone/>
                      </a:pPr>
                    </a:p>
                  </a:txBody>
                  <a:tcPr anchor="ctr" marL="64008" marR="64008" marT="4572" marB="4572"/>
                </a:tc>
                <a:tc>
                  <a:txBody>
                    <a:bodyPr/>
                    <a:lstStyle/>
                    <a:p>
                      <a:pPr marL="0" indent="0" algn="l">
                        <a:buNone/>
                      </a:pPr>
                      <a:r>
                        <a:rPr sz="950" lang="es-MX">
                          <a:solidFill>
                            <a:srgbClr val="FFFFFF"/>
                          </a:solidFill>
                        </a:rPr>
                        <a:t>B2 (referencia)</a:t>
                      </a:r>
                    </a:p>
                  </a:txBody>
                  <a:tcPr anchor="ctr" marL="64008" marR="64008" marT="4572" marB="4572"/>
                </a:tc>
                <a:tc>
                  <a:txBody>
                    <a:bodyPr/>
                    <a:lstStyle/>
                    <a:p>
                      <a:pPr marL="0" indent="0" algn="l">
                        <a:buNone/>
                      </a:pPr>
                      <a:r>
                        <a:rPr sz="950" lang="es-MX">
                          <a:solidFill>
                            <a:srgbClr val="FFFFFF"/>
                          </a:solidFill>
                        </a:rPr>
                        <a:t>Umbrales + ambas reglas</a:t>
                      </a:r>
                    </a:p>
                  </a:txBody>
                  <a:tcPr anchor="ctr" marL="64008" marR="64008" marT="4572" marB="4572"/>
                </a:tc>
                <a:tc>
                  <a:txBody>
                    <a:bodyPr/>
                    <a:lstStyle/>
                    <a:p>
                      <a:pPr marL="0" indent="0" algn="r">
                        <a:buNone/>
                      </a:pPr>
                      <a:r>
                        <a:rPr sz="950" lang="es-MX">
                          <a:solidFill>
                            <a:srgbClr val="FFFFFF"/>
                          </a:solidFill>
                        </a:rPr>
                        <a:t>0.671 [0.659, 0.684]</a:t>
                      </a:r>
                    </a:p>
                  </a:txBody>
                  <a:tcPr anchor="ctr" marL="64008" marR="64008" marT="4572" marB="4572"/>
                </a:tc>
                <a:tc>
                  <a:txBody>
                    <a:bodyPr/>
                    <a:lstStyle/>
                    <a:p>
                      <a:pPr marL="0" indent="0" algn="r">
                        <a:buNone/>
                      </a:pPr>
                      <a:r>
                        <a:rPr sz="950" lang="es-MX">
                          <a:solidFill>
                            <a:srgbClr val="FFFFFF"/>
                          </a:solidFill>
                        </a:rPr>
                        <a:t>0.736</a:t>
                      </a:r>
                    </a:p>
                  </a:txBody>
                  <a:tcPr anchor="ctr" marL="64008" marR="64008" marT="4572" marB="4572"/>
                </a:tc>
                <a:tc>
                  <a:txBody>
                    <a:bodyPr/>
                    <a:lstStyle/>
                    <a:p>
                      <a:pPr marL="0" indent="0" algn="r">
                        <a:buNone/>
                      </a:pPr>
                      <a:r>
                        <a:rPr sz="950" lang="es-MX">
                          <a:solidFill>
                            <a:srgbClr val="FFFFFF"/>
                          </a:solidFill>
                        </a:rPr>
                        <a:t>0.0650</a:t>
                      </a:r>
                    </a:p>
                  </a:txBody>
                  <a:tcPr anchor="ctr" marL="64008" marR="64008" marT="4572" marB="4572"/>
                </a:tc>
                <a:tc>
                  <a:txBody>
                    <a:bodyPr/>
                    <a:lstStyle/>
                    <a:p>
                      <a:pPr marL="0" indent="0" algn="r">
                        <a:buNone/>
                      </a:pPr>
                      <a:r>
                        <a:rPr sz="950" lang="es-MX">
                          <a:solidFill>
                            <a:srgbClr val="FFFFFF"/>
                          </a:solidFill>
                        </a:rPr>
                        <a:t>0.384</a:t>
                      </a:r>
                    </a:p>
                  </a:txBody>
                  <a:tcPr anchor="ctr" marL="64008" marR="64008" marT="4572" marB="4572"/>
                </a:tc>
              </a:tr>
              <a:tr h="174942">
                <a:tc vMerge="1">
                  <a:txBody>
                    <a:bodyPr/>
                    <a:lstStyle/>
                    <a:p>
                      <a:pPr marL="0" indent="0" algn="l">
                        <a:buNone/>
                      </a:pPr>
                    </a:p>
                  </a:txBody>
                  <a:tcPr anchor="ctr" marL="64008" marR="64008" marT="4572" marB="4572"/>
                </a:tc>
                <a:tc>
                  <a:txBody>
                    <a:bodyPr/>
                    <a:lstStyle/>
                    <a:p>
                      <a:pPr marL="0" indent="0" algn="l">
                        <a:buNone/>
                      </a:pPr>
                      <a:r>
                        <a:rPr sz="950" lang="es-MX">
                          <a:solidFill>
                            <a:srgbClr val="FFFFFF"/>
                          </a:solidFill>
                        </a:rPr>
                        <a:t>B2_margin</a:t>
                      </a:r>
                    </a:p>
                  </a:txBody>
                  <a:tcPr anchor="ctr" marL="64008" marR="64008" marT="4572" marB="4572"/>
                </a:tc>
                <a:tc>
                  <a:txBody>
                    <a:bodyPr/>
                    <a:lstStyle/>
                    <a:p>
                      <a:pPr marL="0" indent="0" algn="l">
                        <a:buNone/>
                      </a:pPr>
                      <a:r>
                        <a:rPr sz="950" lang="es-MX">
                          <a:solidFill>
                            <a:srgbClr val="FFFFFF"/>
                          </a:solidFill>
                        </a:rPr>
                        <a:t>Al menos una, por mayor margen</a:t>
                      </a:r>
                    </a:p>
                  </a:txBody>
                  <a:tcPr anchor="ctr" marL="64008" marR="64008" marT="4572" marB="4572"/>
                </a:tc>
                <a:tc>
                  <a:txBody>
                    <a:bodyPr/>
                    <a:lstStyle/>
                    <a:p>
                      <a:pPr marL="0" indent="0" algn="r">
                        <a:buNone/>
                      </a:pPr>
                      <a:r>
                        <a:rPr sz="950" lang="es-MX">
                          <a:solidFill>
                            <a:srgbClr val="FFFFFF"/>
                          </a:solidFill>
                        </a:rPr>
                        <a:t>0.673 [0.661, 0.686]</a:t>
                      </a:r>
                    </a:p>
                  </a:txBody>
                  <a:tcPr anchor="ctr" marL="64008" marR="64008" marT="4572" marB="4572"/>
                </a:tc>
                <a:tc>
                  <a:txBody>
                    <a:bodyPr/>
                    <a:lstStyle/>
                    <a:p>
                      <a:pPr marL="0" indent="0" algn="r">
                        <a:buNone/>
                      </a:pPr>
                      <a:r>
                        <a:rPr sz="950" lang="es-MX">
                          <a:solidFill>
                            <a:srgbClr val="FFFFFF"/>
                          </a:solidFill>
                        </a:rPr>
                        <a:t>0.738</a:t>
                      </a:r>
                    </a:p>
                  </a:txBody>
                  <a:tcPr anchor="ctr" marL="64008" marR="64008" marT="4572" marB="4572"/>
                </a:tc>
                <a:tc>
                  <a:txBody>
                    <a:bodyPr/>
                    <a:lstStyle/>
                    <a:p>
                      <a:pPr marL="0" indent="0" algn="r">
                        <a:buNone/>
                      </a:pPr>
                      <a:r>
                        <a:rPr sz="950" lang="es-MX">
                          <a:solidFill>
                            <a:srgbClr val="FFFFFF"/>
                          </a:solidFill>
                        </a:rPr>
                        <a:t>0.0646</a:t>
                      </a:r>
                    </a:p>
                  </a:txBody>
                  <a:tcPr anchor="ctr" marL="64008" marR="64008" marT="4572" marB="4572"/>
                </a:tc>
                <a:tc>
                  <a:txBody>
                    <a:bodyPr/>
                    <a:lstStyle/>
                    <a:p>
                      <a:pPr marL="0" indent="0" algn="r">
                        <a:buNone/>
                      </a:pPr>
                      <a:r>
                        <a:rPr sz="950" lang="es-MX">
                          <a:solidFill>
                            <a:srgbClr val="FFFFFF"/>
                          </a:solidFill>
                        </a:rPr>
                        <a:t>0.401</a:t>
                      </a:r>
                    </a:p>
                  </a:txBody>
                  <a:tcPr anchor="ctr" marL="64008" marR="64008" marT="4572" marB="4572"/>
                </a:tc>
              </a:tr>
              <a:tr h="174942">
                <a:tc vMerge="1">
                  <a:txBody>
                    <a:bodyPr/>
                    <a:lstStyle/>
                    <a:p>
                      <a:pPr marL="0" indent="0" algn="l">
                        <a:buNone/>
                      </a:pPr>
                    </a:p>
                  </a:txBody>
                  <a:tcPr anchor="ctr" marL="64008" marR="64008" marT="4572" marB="4572"/>
                </a:tc>
                <a:tc>
                  <a:txBody>
                    <a:bodyPr/>
                    <a:lstStyle/>
                    <a:p>
                      <a:pPr marL="0" indent="0" algn="l">
                        <a:buNone/>
                      </a:pPr>
                      <a:r>
                        <a:rPr sz="950" lang="es-MX">
                          <a:solidFill>
                            <a:srgbClr val="FFFFFF"/>
                          </a:solidFill>
                        </a:rPr>
                        <a:t>B3</a:t>
                      </a:r>
                    </a:p>
                  </a:txBody>
                  <a:tcPr anchor="ctr" marL="64008" marR="64008" marT="4572" marB="4572"/>
                </a:tc>
                <a:tc>
                  <a:txBody>
                    <a:bodyPr/>
                    <a:lstStyle/>
                    <a:p>
                      <a:pPr marL="0" indent="0" algn="l">
                        <a:buNone/>
                      </a:pPr>
                      <a:r>
                        <a:rPr sz="950" lang="es-MX">
                          <a:solidFill>
                            <a:srgbClr val="FFFFFF"/>
                          </a:solidFill>
                        </a:rPr>
                        <a:t>Cadena de clasificadores</a:t>
                      </a:r>
                    </a:p>
                  </a:txBody>
                  <a:tcPr anchor="ctr" marL="64008" marR="64008" marT="4572" marB="4572"/>
                </a:tc>
                <a:tc>
                  <a:txBody>
                    <a:bodyPr/>
                    <a:lstStyle/>
                    <a:p>
                      <a:pPr marL="0" indent="0" algn="r">
                        <a:buNone/>
                      </a:pPr>
                      <a:r>
                        <a:rPr sz="950" lang="es-MX">
                          <a:solidFill>
                            <a:srgbClr val="FFFFFF"/>
                          </a:solidFill>
                        </a:rPr>
                        <a:t>0.665 [0.652, 0.678]</a:t>
                      </a:r>
                    </a:p>
                  </a:txBody>
                  <a:tcPr anchor="ctr" marL="64008" marR="64008" marT="4572" marB="4572"/>
                </a:tc>
                <a:tc>
                  <a:txBody>
                    <a:bodyPr/>
                    <a:lstStyle/>
                    <a:p>
                      <a:pPr marL="0" indent="0" algn="r">
                        <a:buNone/>
                      </a:pPr>
                      <a:r>
                        <a:rPr sz="950" lang="es-MX">
                          <a:solidFill>
                            <a:srgbClr val="FFFFFF"/>
                          </a:solidFill>
                        </a:rPr>
                        <a:t>0.735</a:t>
                      </a:r>
                    </a:p>
                  </a:txBody>
                  <a:tcPr anchor="ctr" marL="64008" marR="64008" marT="4572" marB="4572"/>
                </a:tc>
                <a:tc>
                  <a:txBody>
                    <a:bodyPr/>
                    <a:lstStyle/>
                    <a:p>
                      <a:pPr marL="0" indent="0" algn="r">
                        <a:buNone/>
                      </a:pPr>
                      <a:r>
                        <a:rPr sz="950" lang="es-MX">
                          <a:solidFill>
                            <a:srgbClr val="FFFFFF"/>
                          </a:solidFill>
                        </a:rPr>
                        <a:t>0.0642</a:t>
                      </a:r>
                    </a:p>
                  </a:txBody>
                  <a:tcPr anchor="ctr" marL="64008" marR="64008" marT="4572" marB="4572"/>
                </a:tc>
                <a:tc>
                  <a:txBody>
                    <a:bodyPr/>
                    <a:lstStyle/>
                    <a:p>
                      <a:pPr marL="0" indent="0" algn="r">
                        <a:buNone/>
                      </a:pPr>
                      <a:r>
                        <a:rPr sz="950" lang="es-MX">
                          <a:solidFill>
                            <a:srgbClr val="FFFFFF"/>
                          </a:solidFill>
                        </a:rPr>
                        <a:t>0.372</a:t>
                      </a:r>
                    </a:p>
                  </a:txBody>
                  <a:tcPr anchor="ctr" marL="64008" marR="64008" marT="4572" marB="4572"/>
                </a:tc>
              </a:tr>
              <a:tr h="174942">
                <a:tc vMerge="1">
                  <a:txBody>
                    <a:bodyPr/>
                    <a:lstStyle/>
                    <a:p>
                      <a:pPr marL="0" indent="0" algn="l">
                        <a:buNone/>
                      </a:pPr>
                    </a:p>
                  </a:txBody>
                  <a:tcPr anchor="ctr" marL="64008" marR="64008" marT="4572" marB="4572"/>
                </a:tc>
                <a:tc>
                  <a:txBody>
                    <a:bodyPr/>
                    <a:lstStyle/>
                    <a:p>
                      <a:pPr marL="0" indent="0" algn="l">
                        <a:buNone/>
                      </a:pPr>
                      <a:r>
                        <a:rPr sz="950" lang="es-MX">
                          <a:solidFill>
                            <a:srgbClr val="FFFFFF"/>
                          </a:solidFill>
                        </a:rPr>
                        <a:t>B2_codebook</a:t>
                      </a:r>
                    </a:p>
                  </a:txBody>
                  <a:tcPr anchor="ctr" marL="64008" marR="64008" marT="4572" marB="4572"/>
                </a:tc>
                <a:tc>
                  <a:txBody>
                    <a:bodyPr/>
                    <a:lstStyle/>
                    <a:p>
                      <a:pPr marL="0" indent="0" algn="l">
                        <a:buNone/>
                      </a:pPr>
                      <a:r>
                        <a:rPr sz="950" lang="es-MX">
                          <a:solidFill>
                            <a:srgbClr val="FFFFFF"/>
                          </a:solidFill>
                        </a:rPr>
                        <a:t>B2 + 10 similitudes con el codebook</a:t>
                      </a:r>
                    </a:p>
                  </a:txBody>
                  <a:tcPr anchor="ctr" marL="64008" marR="64008" marT="4572" marB="4572"/>
                </a:tc>
                <a:tc>
                  <a:txBody>
                    <a:bodyPr/>
                    <a:lstStyle/>
                    <a:p>
                      <a:pPr marL="0" indent="0" algn="r">
                        <a:buNone/>
                      </a:pPr>
                      <a:r>
                        <a:rPr sz="950" lang="es-MX">
                          <a:solidFill>
                            <a:srgbClr val="FFFFFF"/>
                          </a:solidFill>
                        </a:rPr>
                        <a:t>0.666 [0.654, 0.679]</a:t>
                      </a:r>
                    </a:p>
                  </a:txBody>
                  <a:tcPr anchor="ctr" marL="64008" marR="64008" marT="4572" marB="4572"/>
                </a:tc>
                <a:tc>
                  <a:txBody>
                    <a:bodyPr/>
                    <a:lstStyle/>
                    <a:p>
                      <a:pPr marL="0" indent="0" algn="r">
                        <a:buNone/>
                      </a:pPr>
                      <a:r>
                        <a:rPr sz="950" lang="es-MX">
                          <a:solidFill>
                            <a:srgbClr val="FFFFFF"/>
                          </a:solidFill>
                        </a:rPr>
                        <a:t>0.731</a:t>
                      </a:r>
                    </a:p>
                  </a:txBody>
                  <a:tcPr anchor="ctr" marL="64008" marR="64008" marT="4572" marB="4572"/>
                </a:tc>
                <a:tc>
                  <a:txBody>
                    <a:bodyPr/>
                    <a:lstStyle/>
                    <a:p>
                      <a:pPr marL="0" indent="0" algn="r">
                        <a:buNone/>
                      </a:pPr>
                      <a:r>
                        <a:rPr sz="950" lang="es-MX">
                          <a:solidFill>
                            <a:srgbClr val="FFFFFF"/>
                          </a:solidFill>
                        </a:rPr>
                        <a:t>0.0655</a:t>
                      </a:r>
                    </a:p>
                  </a:txBody>
                  <a:tcPr anchor="ctr" marL="64008" marR="64008" marT="4572" marB="4572"/>
                </a:tc>
                <a:tc>
                  <a:txBody>
                    <a:bodyPr/>
                    <a:lstStyle/>
                    <a:p>
                      <a:pPr marL="0" indent="0" algn="r">
                        <a:buNone/>
                      </a:pPr>
                      <a:r>
                        <a:rPr sz="950" lang="es-MX">
                          <a:solidFill>
                            <a:srgbClr val="FFFFFF"/>
                          </a:solidFill>
                        </a:rPr>
                        <a:t>0.392</a:t>
                      </a:r>
                    </a:p>
                  </a:txBody>
                  <a:tcPr anchor="ctr" marL="64008" marR="64008" marT="4572" marB="4572"/>
                </a:tc>
              </a:tr>
              <a:tr h="174942">
                <a:tc rowSpan="6">
                  <a:txBody>
                    <a:bodyPr/>
                    <a:lstStyle/>
                    <a:p>
                      <a:pPr marL="0" indent="0" algn="l">
                        <a:buNone/>
                      </a:pPr>
                      <a:r>
                        <a:rPr sz="950" lang="es-MX">
                          <a:solidFill>
                            <a:srgbClr val="FFFFFF"/>
                          </a:solidFill>
                        </a:rPr>
                        <a:t>Embeddings congelados</a:t>
                      </a:r>
                    </a:p>
                  </a:txBody>
                  <a:tcPr anchor="ctr" marL="64008" marR="64008" marT="4572" marB="4572"/>
                </a:tc>
                <a:tc>
                  <a:txBody>
                    <a:bodyPr/>
                    <a:lstStyle/>
                    <a:p>
                      <a:pPr marL="0" indent="0" algn="l">
                        <a:buNone/>
                      </a:pPr>
                      <a:r>
                        <a:rPr sz="950" lang="es-MX">
                          <a:solidFill>
                            <a:srgbClr val="FFFFFF"/>
                          </a:solidFill>
                        </a:rPr>
                        <a:t>E1_e5</a:t>
                      </a:r>
                    </a:p>
                  </a:txBody>
                  <a:tcPr anchor="ctr" marL="64008" marR="64008" marT="4572" marB="4572"/>
                </a:tc>
                <a:tc>
                  <a:txBody>
                    <a:bodyPr/>
                    <a:lstStyle/>
                    <a:p>
                      <a:pPr marL="0" indent="0" algn="l">
                        <a:buNone/>
                      </a:pPr>
                      <a:r>
                        <a:rPr sz="950" lang="es-MX">
                          <a:solidFill>
                            <a:srgbClr val="FFFFFF"/>
                          </a:solidFill>
                        </a:rPr>
                        <a:t>e5 + LR, umbral 0.5</a:t>
                      </a:r>
                    </a:p>
                  </a:txBody>
                  <a:tcPr anchor="ctr" marL="64008" marR="64008" marT="4572" marB="4572"/>
                </a:tc>
                <a:tc>
                  <a:txBody>
                    <a:bodyPr/>
                    <a:lstStyle/>
                    <a:p>
                      <a:pPr marL="0" indent="0" algn="r">
                        <a:buNone/>
                      </a:pPr>
                      <a:r>
                        <a:rPr sz="950" lang="es-MX">
                          <a:solidFill>
                            <a:srgbClr val="FFFFFF"/>
                          </a:solidFill>
                        </a:rPr>
                        <a:t>0.580 [0.568, 0.592]</a:t>
                      </a:r>
                    </a:p>
                  </a:txBody>
                  <a:tcPr anchor="ctr" marL="64008" marR="64008" marT="4572" marB="4572"/>
                </a:tc>
                <a:tc>
                  <a:txBody>
                    <a:bodyPr/>
                    <a:lstStyle/>
                    <a:p>
                      <a:pPr marL="0" indent="0" algn="r">
                        <a:buNone/>
                      </a:pPr>
                      <a:r>
                        <a:rPr sz="950" lang="es-MX">
                          <a:solidFill>
                            <a:srgbClr val="FFFFFF"/>
                          </a:solidFill>
                        </a:rPr>
                        <a:t>0.653</a:t>
                      </a:r>
                    </a:p>
                  </a:txBody>
                  <a:tcPr anchor="ctr" marL="64008" marR="64008" marT="4572" marB="4572"/>
                </a:tc>
                <a:tc>
                  <a:txBody>
                    <a:bodyPr/>
                    <a:lstStyle/>
                    <a:p>
                      <a:pPr marL="0" indent="0" algn="r">
                        <a:buNone/>
                      </a:pPr>
                      <a:r>
                        <a:rPr sz="950" lang="es-MX">
                          <a:solidFill>
                            <a:srgbClr val="FFFFFF"/>
                          </a:solidFill>
                        </a:rPr>
                        <a:t>0.0888</a:t>
                      </a:r>
                    </a:p>
                  </a:txBody>
                  <a:tcPr anchor="ctr" marL="64008" marR="64008" marT="4572" marB="4572"/>
                </a:tc>
                <a:tc>
                  <a:txBody>
                    <a:bodyPr/>
                    <a:lstStyle/>
                    <a:p>
                      <a:pPr marL="0" indent="0" algn="r">
                        <a:buNone/>
                      </a:pPr>
                      <a:r>
                        <a:rPr sz="950" lang="es-MX">
                          <a:solidFill>
                            <a:srgbClr val="FFFFFF"/>
                          </a:solidFill>
                        </a:rPr>
                        <a:t>0.236</a:t>
                      </a:r>
                    </a:p>
                  </a:txBody>
                  <a:tcPr anchor="ctr" marL="64008" marR="64008" marT="4572" marB="4572"/>
                </a:tc>
              </a:tr>
              <a:tr h="174942">
                <a:tc vMerge="1">
                  <a:txBody>
                    <a:bodyPr/>
                    <a:lstStyle/>
                    <a:p>
                      <a:pPr marL="0" indent="0" algn="l">
                        <a:buNone/>
                      </a:pPr>
                    </a:p>
                  </a:txBody>
                  <a:tcPr anchor="ctr" marL="64008" marR="64008" marT="4572" marB="4572"/>
                </a:tc>
                <a:tc>
                  <a:txBody>
                    <a:bodyPr/>
                    <a:lstStyle/>
                    <a:p>
                      <a:pPr marL="0" indent="0" algn="l">
                        <a:buNone/>
                      </a:pPr>
                      <a:r>
                        <a:rPr sz="950" lang="es-MX">
                          <a:solidFill>
                            <a:srgbClr val="FFFFFF"/>
                          </a:solidFill>
                        </a:rPr>
                        <a:t>E2_e5</a:t>
                      </a:r>
                    </a:p>
                  </a:txBody>
                  <a:tcPr anchor="ctr" marL="64008" marR="64008" marT="4572" marB="4572"/>
                </a:tc>
                <a:tc>
                  <a:txBody>
                    <a:bodyPr/>
                    <a:lstStyle/>
                    <a:p>
                      <a:pPr marL="0" indent="0" algn="l">
                        <a:buNone/>
                      </a:pPr>
                      <a:r>
                        <a:rPr sz="950" lang="es-MX">
                          <a:solidFill>
                            <a:srgbClr val="FFFFFF"/>
                          </a:solidFill>
                        </a:rPr>
                        <a:t>+ similitudes con el codebook</a:t>
                      </a:r>
                    </a:p>
                  </a:txBody>
                  <a:tcPr anchor="ctr" marL="64008" marR="64008" marT="4572" marB="4572"/>
                </a:tc>
                <a:tc>
                  <a:txBody>
                    <a:bodyPr/>
                    <a:lstStyle/>
                    <a:p>
                      <a:pPr marL="0" indent="0" algn="r">
                        <a:buNone/>
                      </a:pPr>
                      <a:r>
                        <a:rPr sz="950" lang="es-MX">
                          <a:solidFill>
                            <a:srgbClr val="FFFFFF"/>
                          </a:solidFill>
                        </a:rPr>
                        <a:t>0.583 [0.570, 0.594]</a:t>
                      </a:r>
                    </a:p>
                  </a:txBody>
                  <a:tcPr anchor="ctr" marL="64008" marR="64008" marT="4572" marB="4572"/>
                </a:tc>
                <a:tc>
                  <a:txBody>
                    <a:bodyPr/>
                    <a:lstStyle/>
                    <a:p>
                      <a:pPr marL="0" indent="0" algn="r">
                        <a:buNone/>
                      </a:pPr>
                      <a:r>
                        <a:rPr sz="950" lang="es-MX">
                          <a:solidFill>
                            <a:srgbClr val="FFFFFF"/>
                          </a:solidFill>
                        </a:rPr>
                        <a:t>0.655</a:t>
                      </a:r>
                    </a:p>
                  </a:txBody>
                  <a:tcPr anchor="ctr" marL="64008" marR="64008" marT="4572" marB="4572"/>
                </a:tc>
                <a:tc>
                  <a:txBody>
                    <a:bodyPr/>
                    <a:lstStyle/>
                    <a:p>
                      <a:pPr marL="0" indent="0" algn="r">
                        <a:buNone/>
                      </a:pPr>
                      <a:r>
                        <a:rPr sz="950" lang="es-MX">
                          <a:solidFill>
                            <a:srgbClr val="FFFFFF"/>
                          </a:solidFill>
                        </a:rPr>
                        <a:t>0.0881</a:t>
                      </a:r>
                    </a:p>
                  </a:txBody>
                  <a:tcPr anchor="ctr" marL="64008" marR="64008" marT="4572" marB="4572"/>
                </a:tc>
                <a:tc>
                  <a:txBody>
                    <a:bodyPr/>
                    <a:lstStyle/>
                    <a:p>
                      <a:pPr marL="0" indent="0" algn="r">
                        <a:buNone/>
                      </a:pPr>
                      <a:r>
                        <a:rPr sz="950" lang="es-MX">
                          <a:solidFill>
                            <a:srgbClr val="FFFFFF"/>
                          </a:solidFill>
                        </a:rPr>
                        <a:t>0.238</a:t>
                      </a:r>
                    </a:p>
                  </a:txBody>
                  <a:tcPr anchor="ctr" marL="64008" marR="64008" marT="4572" marB="4572"/>
                </a:tc>
              </a:tr>
              <a:tr h="174942">
                <a:tc vMerge="1">
                  <a:txBody>
                    <a:bodyPr/>
                    <a:lstStyle/>
                    <a:p>
                      <a:pPr marL="0" indent="0" algn="l">
                        <a:buNone/>
                      </a:pPr>
                    </a:p>
                  </a:txBody>
                  <a:tcPr anchor="ctr" marL="64008" marR="64008" marT="4572" marB="4572"/>
                </a:tc>
                <a:tc>
                  <a:txBody>
                    <a:bodyPr/>
                    <a:lstStyle/>
                    <a:p>
                      <a:pPr marL="0" indent="0" algn="l">
                        <a:buNone/>
                      </a:pPr>
                      <a:r>
                        <a:rPr sz="950" lang="es-MX">
                          <a:solidFill>
                            <a:srgbClr val="FFFFFF"/>
                          </a:solidFill>
                        </a:rPr>
                        <a:t>E3_e5</a:t>
                      </a:r>
                    </a:p>
                  </a:txBody>
                  <a:tcPr anchor="ctr" marL="64008" marR="64008" marT="4572" marB="4572"/>
                </a:tc>
                <a:tc>
                  <a:txBody>
                    <a:bodyPr/>
                    <a:lstStyle/>
                    <a:p>
                      <a:pPr marL="0" indent="0" algn="l">
                        <a:buNone/>
                      </a:pPr>
                      <a:r>
                        <a:rPr sz="950" lang="es-MX">
                          <a:solidFill>
                            <a:srgbClr val="FFFFFF"/>
                          </a:solidFill>
                        </a:rPr>
                        <a:t>+ umbrales y reglas</a:t>
                      </a:r>
                    </a:p>
                  </a:txBody>
                  <a:tcPr anchor="ctr" marL="64008" marR="64008" marT="4572" marB="4572"/>
                </a:tc>
                <a:tc>
                  <a:txBody>
                    <a:bodyPr/>
                    <a:lstStyle/>
                    <a:p>
                      <a:pPr marL="0" indent="0" algn="r">
                        <a:buNone/>
                      </a:pPr>
                      <a:r>
                        <a:rPr sz="950" lang="es-MX">
                          <a:solidFill>
                            <a:srgbClr val="FFFFFF"/>
                          </a:solidFill>
                        </a:rPr>
                        <a:t>0.601 [0.589, 0.613]</a:t>
                      </a:r>
                    </a:p>
                  </a:txBody>
                  <a:tcPr anchor="ctr" marL="64008" marR="64008" marT="4572" marB="4572"/>
                </a:tc>
                <a:tc>
                  <a:txBody>
                    <a:bodyPr/>
                    <a:lstStyle/>
                    <a:p>
                      <a:pPr marL="0" indent="0" algn="r">
                        <a:buNone/>
                      </a:pPr>
                      <a:r>
                        <a:rPr sz="950" lang="es-MX">
                          <a:solidFill>
                            <a:srgbClr val="FFFFFF"/>
                          </a:solidFill>
                        </a:rPr>
                        <a:t>0.672</a:t>
                      </a:r>
                    </a:p>
                  </a:txBody>
                  <a:tcPr anchor="ctr" marL="64008" marR="64008" marT="4572" marB="4572"/>
                </a:tc>
                <a:tc>
                  <a:txBody>
                    <a:bodyPr/>
                    <a:lstStyle/>
                    <a:p>
                      <a:pPr marL="0" indent="0" algn="r">
                        <a:buNone/>
                      </a:pPr>
                      <a:r>
                        <a:rPr sz="950" lang="es-MX">
                          <a:solidFill>
                            <a:srgbClr val="FFFFFF"/>
                          </a:solidFill>
                        </a:rPr>
                        <a:t>0.0811</a:t>
                      </a:r>
                    </a:p>
                  </a:txBody>
                  <a:tcPr anchor="ctr" marL="64008" marR="64008" marT="4572" marB="4572"/>
                </a:tc>
                <a:tc>
                  <a:txBody>
                    <a:bodyPr/>
                    <a:lstStyle/>
                    <a:p>
                      <a:pPr marL="0" indent="0" algn="r">
                        <a:buNone/>
                      </a:pPr>
                      <a:r>
                        <a:rPr sz="950" lang="es-MX">
                          <a:solidFill>
                            <a:srgbClr val="FFFFFF"/>
                          </a:solidFill>
                        </a:rPr>
                        <a:t>0.250</a:t>
                      </a:r>
                    </a:p>
                  </a:txBody>
                  <a:tcPr anchor="ctr" marL="64008" marR="64008" marT="4572" marB="4572"/>
                </a:tc>
              </a:tr>
              <a:tr h="174942">
                <a:tc vMerge="1">
                  <a:txBody>
                    <a:bodyPr/>
                    <a:lstStyle/>
                    <a:p>
                      <a:pPr marL="0" indent="0" algn="l">
                        <a:buNone/>
                      </a:pPr>
                    </a:p>
                  </a:txBody>
                  <a:tcPr anchor="ctr" marL="64008" marR="64008" marT="4572" marB="4572"/>
                </a:tc>
                <a:tc>
                  <a:txBody>
                    <a:bodyPr/>
                    <a:lstStyle/>
                    <a:p>
                      <a:pPr marL="0" indent="0" algn="l">
                        <a:buNone/>
                      </a:pPr>
                      <a:r>
                        <a:rPr sz="950" lang="es-MX">
                          <a:solidFill>
                            <a:srgbClr val="FFFFFF"/>
                          </a:solidFill>
                        </a:rPr>
                        <a:t>E1_mpnet</a:t>
                      </a:r>
                    </a:p>
                  </a:txBody>
                  <a:tcPr anchor="ctr" marL="64008" marR="64008" marT="4572" marB="4572"/>
                </a:tc>
                <a:tc>
                  <a:txBody>
                    <a:bodyPr/>
                    <a:lstStyle/>
                    <a:p>
                      <a:pPr marL="0" indent="0" algn="l">
                        <a:buNone/>
                      </a:pPr>
                      <a:r>
                        <a:rPr sz="950" lang="es-MX">
                          <a:solidFill>
                            <a:srgbClr val="FFFFFF"/>
                          </a:solidFill>
                        </a:rPr>
                        <a:t>mpnet + LR, umbral 0.5</a:t>
                      </a:r>
                    </a:p>
                  </a:txBody>
                  <a:tcPr anchor="ctr" marL="64008" marR="64008" marT="4572" marB="4572"/>
                </a:tc>
                <a:tc>
                  <a:txBody>
                    <a:bodyPr/>
                    <a:lstStyle/>
                    <a:p>
                      <a:pPr marL="0" indent="0" algn="r">
                        <a:buNone/>
                      </a:pPr>
                      <a:r>
                        <a:rPr sz="950" lang="es-MX">
                          <a:solidFill>
                            <a:srgbClr val="FFFFFF"/>
                          </a:solidFill>
                        </a:rPr>
                        <a:t>0.574 [0.561, 0.586]</a:t>
                      </a:r>
                    </a:p>
                  </a:txBody>
                  <a:tcPr anchor="ctr" marL="64008" marR="64008" marT="4572" marB="4572"/>
                </a:tc>
                <a:tc>
                  <a:txBody>
                    <a:bodyPr/>
                    <a:lstStyle/>
                    <a:p>
                      <a:pPr marL="0" indent="0" algn="r">
                        <a:buNone/>
                      </a:pPr>
                      <a:r>
                        <a:rPr sz="950" lang="es-MX">
                          <a:solidFill>
                            <a:srgbClr val="FFFFFF"/>
                          </a:solidFill>
                        </a:rPr>
                        <a:t>0.640</a:t>
                      </a:r>
                    </a:p>
                  </a:txBody>
                  <a:tcPr anchor="ctr" marL="64008" marR="64008" marT="4572" marB="4572"/>
                </a:tc>
                <a:tc>
                  <a:txBody>
                    <a:bodyPr/>
                    <a:lstStyle/>
                    <a:p>
                      <a:pPr marL="0" indent="0" algn="r">
                        <a:buNone/>
                      </a:pPr>
                      <a:r>
                        <a:rPr sz="950" lang="es-MX">
                          <a:solidFill>
                            <a:srgbClr val="FFFFFF"/>
                          </a:solidFill>
                        </a:rPr>
                        <a:t>0.0933</a:t>
                      </a:r>
                    </a:p>
                  </a:txBody>
                  <a:tcPr anchor="ctr" marL="64008" marR="64008" marT="4572" marB="4572"/>
                </a:tc>
                <a:tc>
                  <a:txBody>
                    <a:bodyPr/>
                    <a:lstStyle/>
                    <a:p>
                      <a:pPr marL="0" indent="0" algn="r">
                        <a:buNone/>
                      </a:pPr>
                      <a:r>
                        <a:rPr sz="950" lang="es-MX">
                          <a:solidFill>
                            <a:srgbClr val="FFFFFF"/>
                          </a:solidFill>
                        </a:rPr>
                        <a:t>0.288</a:t>
                      </a:r>
                    </a:p>
                  </a:txBody>
                  <a:tcPr anchor="ctr" marL="64008" marR="64008" marT="4572" marB="4572"/>
                </a:tc>
              </a:tr>
              <a:tr h="174942">
                <a:tc vMerge="1">
                  <a:txBody>
                    <a:bodyPr/>
                    <a:lstStyle/>
                    <a:p>
                      <a:pPr marL="0" indent="0" algn="l">
                        <a:buNone/>
                      </a:pPr>
                    </a:p>
                  </a:txBody>
                  <a:tcPr anchor="ctr" marL="64008" marR="64008" marT="4572" marB="4572"/>
                </a:tc>
                <a:tc>
                  <a:txBody>
                    <a:bodyPr/>
                    <a:lstStyle/>
                    <a:p>
                      <a:pPr marL="0" indent="0" algn="l">
                        <a:buNone/>
                      </a:pPr>
                      <a:r>
                        <a:rPr sz="950" lang="es-MX">
                          <a:solidFill>
                            <a:srgbClr val="FFFFFF"/>
                          </a:solidFill>
                        </a:rPr>
                        <a:t>E2_mpnet</a:t>
                      </a:r>
                    </a:p>
                  </a:txBody>
                  <a:tcPr anchor="ctr" marL="64008" marR="64008" marT="4572" marB="4572"/>
                </a:tc>
                <a:tc>
                  <a:txBody>
                    <a:bodyPr/>
                    <a:lstStyle/>
                    <a:p>
                      <a:pPr marL="0" indent="0" algn="l">
                        <a:buNone/>
                      </a:pPr>
                      <a:r>
                        <a:rPr sz="950" lang="es-MX">
                          <a:solidFill>
                            <a:srgbClr val="FFFFFF"/>
                          </a:solidFill>
                        </a:rPr>
                        <a:t>+ similitudes con el codebook</a:t>
                      </a:r>
                    </a:p>
                  </a:txBody>
                  <a:tcPr anchor="ctr" marL="64008" marR="64008" marT="4572" marB="4572"/>
                </a:tc>
                <a:tc>
                  <a:txBody>
                    <a:bodyPr/>
                    <a:lstStyle/>
                    <a:p>
                      <a:pPr marL="0" indent="0" algn="r">
                        <a:buNone/>
                      </a:pPr>
                      <a:r>
                        <a:rPr sz="950" lang="es-MX">
                          <a:solidFill>
                            <a:srgbClr val="FFFFFF"/>
                          </a:solidFill>
                        </a:rPr>
                        <a:t>0.573 [0.560, 0.585]</a:t>
                      </a:r>
                    </a:p>
                  </a:txBody>
                  <a:tcPr anchor="ctr" marL="64008" marR="64008" marT="4572" marB="4572"/>
                </a:tc>
                <a:tc>
                  <a:txBody>
                    <a:bodyPr/>
                    <a:lstStyle/>
                    <a:p>
                      <a:pPr marL="0" indent="0" algn="r">
                        <a:buNone/>
                      </a:pPr>
                      <a:r>
                        <a:rPr sz="950" lang="es-MX">
                          <a:solidFill>
                            <a:srgbClr val="FFFFFF"/>
                          </a:solidFill>
                        </a:rPr>
                        <a:t>0.641</a:t>
                      </a:r>
                    </a:p>
                  </a:txBody>
                  <a:tcPr anchor="ctr" marL="64008" marR="64008" marT="4572" marB="4572"/>
                </a:tc>
                <a:tc>
                  <a:txBody>
                    <a:bodyPr/>
                    <a:lstStyle/>
                    <a:p>
                      <a:pPr marL="0" indent="0" algn="r">
                        <a:buNone/>
                      </a:pPr>
                      <a:r>
                        <a:rPr sz="950" lang="es-MX">
                          <a:solidFill>
                            <a:srgbClr val="FFFFFF"/>
                          </a:solidFill>
                        </a:rPr>
                        <a:t>0.0931</a:t>
                      </a:r>
                    </a:p>
                  </a:txBody>
                  <a:tcPr anchor="ctr" marL="64008" marR="64008" marT="4572" marB="4572"/>
                </a:tc>
                <a:tc>
                  <a:txBody>
                    <a:bodyPr/>
                    <a:lstStyle/>
                    <a:p>
                      <a:pPr marL="0" indent="0" algn="r">
                        <a:buNone/>
                      </a:pPr>
                      <a:r>
                        <a:rPr sz="950" lang="es-MX">
                          <a:solidFill>
                            <a:srgbClr val="FFFFFF"/>
                          </a:solidFill>
                        </a:rPr>
                        <a:t>0.294</a:t>
                      </a:r>
                    </a:p>
                  </a:txBody>
                  <a:tcPr anchor="ctr" marL="64008" marR="64008" marT="4572" marB="4572"/>
                </a:tc>
              </a:tr>
              <a:tr h="174942">
                <a:tc vMerge="1">
                  <a:txBody>
                    <a:bodyPr/>
                    <a:lstStyle/>
                    <a:p>
                      <a:pPr marL="0" indent="0" algn="l">
                        <a:buNone/>
                      </a:pPr>
                    </a:p>
                  </a:txBody>
                  <a:tcPr anchor="ctr" marL="64008" marR="64008" marT="4572" marB="4572"/>
                </a:tc>
                <a:tc>
                  <a:txBody>
                    <a:bodyPr/>
                    <a:lstStyle/>
                    <a:p>
                      <a:pPr marL="0" indent="0" algn="l">
                        <a:buNone/>
                      </a:pPr>
                      <a:r>
                        <a:rPr sz="950" lang="es-MX">
                          <a:solidFill>
                            <a:srgbClr val="FFFFFF"/>
                          </a:solidFill>
                        </a:rPr>
                        <a:t>E3_mpnet</a:t>
                      </a:r>
                    </a:p>
                  </a:txBody>
                  <a:tcPr anchor="ctr" marL="64008" marR="64008" marT="4572" marB="4572"/>
                </a:tc>
                <a:tc>
                  <a:txBody>
                    <a:bodyPr/>
                    <a:lstStyle/>
                    <a:p>
                      <a:pPr marL="0" indent="0" algn="l">
                        <a:buNone/>
                      </a:pPr>
                      <a:r>
                        <a:rPr sz="950" lang="es-MX">
                          <a:solidFill>
                            <a:srgbClr val="FFFFFF"/>
                          </a:solidFill>
                        </a:rPr>
                        <a:t>+ umbrales y reglas</a:t>
                      </a:r>
                    </a:p>
                  </a:txBody>
                  <a:tcPr anchor="ctr" marL="64008" marR="64008" marT="4572" marB="4572"/>
                </a:tc>
                <a:tc>
                  <a:txBody>
                    <a:bodyPr/>
                    <a:lstStyle/>
                    <a:p>
                      <a:pPr marL="0" indent="0" algn="r">
                        <a:buNone/>
                      </a:pPr>
                      <a:r>
                        <a:rPr sz="950" lang="es-MX">
                          <a:solidFill>
                            <a:srgbClr val="FFFFFF"/>
                          </a:solidFill>
                        </a:rPr>
                        <a:t>0.588 [0.574, 0.601]</a:t>
                      </a:r>
                    </a:p>
                  </a:txBody>
                  <a:tcPr anchor="ctr" marL="64008" marR="64008" marT="4572" marB="4572"/>
                </a:tc>
                <a:tc>
                  <a:txBody>
                    <a:bodyPr/>
                    <a:lstStyle/>
                    <a:p>
                      <a:pPr marL="0" indent="0" algn="r">
                        <a:buNone/>
                      </a:pPr>
                      <a:r>
                        <a:rPr sz="950" lang="es-MX">
                          <a:solidFill>
                            <a:srgbClr val="FFFFFF"/>
                          </a:solidFill>
                        </a:rPr>
                        <a:t>0.651</a:t>
                      </a:r>
                    </a:p>
                  </a:txBody>
                  <a:tcPr anchor="ctr" marL="64008" marR="64008" marT="4572" marB="4572"/>
                </a:tc>
                <a:tc>
                  <a:txBody>
                    <a:bodyPr/>
                    <a:lstStyle/>
                    <a:p>
                      <a:pPr marL="0" indent="0" algn="r">
                        <a:buNone/>
                      </a:pPr>
                      <a:r>
                        <a:rPr sz="950" lang="es-MX">
                          <a:solidFill>
                            <a:srgbClr val="FFFFFF"/>
                          </a:solidFill>
                        </a:rPr>
                        <a:t>0.0871</a:t>
                      </a:r>
                    </a:p>
                  </a:txBody>
                  <a:tcPr anchor="ctr" marL="64008" marR="64008" marT="4572" marB="4572"/>
                </a:tc>
                <a:tc>
                  <a:txBody>
                    <a:bodyPr/>
                    <a:lstStyle/>
                    <a:p>
                      <a:pPr marL="0" indent="0" algn="r">
                        <a:buNone/>
                      </a:pPr>
                      <a:r>
                        <a:rPr sz="950" lang="es-MX">
                          <a:solidFill>
                            <a:srgbClr val="FFFFFF"/>
                          </a:solidFill>
                        </a:rPr>
                        <a:t>0.291</a:t>
                      </a:r>
                    </a:p>
                  </a:txBody>
                  <a:tcPr anchor="ctr" marL="64008" marR="64008" marT="4572" marB="4572"/>
                </a:tc>
              </a:tr>
              <a:tr h="174942">
                <a:tc rowSpan="4">
                  <a:txBody>
                    <a:bodyPr/>
                    <a:lstStyle/>
                    <a:p>
                      <a:pPr marL="0" indent="0" algn="l">
                        <a:buNone/>
                      </a:pPr>
                      <a:r>
                        <a:rPr sz="950" lang="es-MX">
                          <a:solidFill>
                            <a:srgbClr val="FFFFFF"/>
                          </a:solidFill>
                        </a:rPr>
                        <a:t>e5 con fine-tuning</a:t>
                      </a:r>
                    </a:p>
                  </a:txBody>
                  <a:tcPr anchor="ctr" marL="64008" marR="64008" marT="4572" marB="4572"/>
                </a:tc>
                <a:tc>
                  <a:txBody>
                    <a:bodyPr/>
                    <a:lstStyle/>
                    <a:p>
                      <a:pPr marL="0" indent="0" algn="l">
                        <a:buNone/>
                      </a:pPr>
                      <a:r>
                        <a:rPr sz="950" lang="es-MX">
                          <a:solidFill>
                            <a:srgbClr val="FFFFFF"/>
                          </a:solidFill>
                        </a:rPr>
                        <a:t>E4</a:t>
                      </a:r>
                    </a:p>
                  </a:txBody>
                  <a:tcPr anchor="ctr" marL="64008" marR="64008" marT="4572" marB="4572"/>
                </a:tc>
                <a:tc>
                  <a:txBody>
                    <a:bodyPr/>
                    <a:lstStyle/>
                    <a:p>
                      <a:pPr marL="0" indent="0" algn="l">
                        <a:buNone/>
                      </a:pPr>
                      <a:r>
                        <a:rPr sz="950" lang="es-MX">
                          <a:solidFill>
                            <a:srgbClr val="FFFFFF"/>
                          </a:solidFill>
                        </a:rPr>
                        <a:t>Probabilidades de la cabeza</a:t>
                      </a:r>
                    </a:p>
                  </a:txBody>
                  <a:tcPr anchor="ctr" marL="64008" marR="64008" marT="4572" marB="4572"/>
                </a:tc>
                <a:tc>
                  <a:txBody>
                    <a:bodyPr/>
                    <a:lstStyle/>
                    <a:p>
                      <a:pPr marL="0" indent="0" algn="r">
                        <a:buNone/>
                      </a:pPr>
                      <a:r>
                        <a:rPr sz="950" lang="es-MX">
                          <a:solidFill>
                            <a:srgbClr val="FFFFFF"/>
                          </a:solidFill>
                        </a:rPr>
                        <a:t>0.701 [0.688, 0.714]</a:t>
                      </a:r>
                    </a:p>
                  </a:txBody>
                  <a:tcPr anchor="ctr" marL="64008" marR="64008" marT="4572" marB="4572"/>
                </a:tc>
                <a:tc>
                  <a:txBody>
                    <a:bodyPr/>
                    <a:lstStyle/>
                    <a:p>
                      <a:pPr marL="0" indent="0" algn="r">
                        <a:buNone/>
                      </a:pPr>
                      <a:r>
                        <a:rPr sz="950" lang="es-MX">
                          <a:solidFill>
                            <a:srgbClr val="FFFFFF"/>
                          </a:solidFill>
                        </a:rPr>
                        <a:t>0.758</a:t>
                      </a:r>
                    </a:p>
                  </a:txBody>
                  <a:tcPr anchor="ctr" marL="64008" marR="64008" marT="4572" marB="4572"/>
                </a:tc>
                <a:tc>
                  <a:txBody>
                    <a:bodyPr/>
                    <a:lstStyle/>
                    <a:p>
                      <a:pPr marL="0" indent="0" algn="r">
                        <a:buNone/>
                      </a:pPr>
                      <a:r>
                        <a:rPr sz="950" lang="es-MX">
                          <a:solidFill>
                            <a:srgbClr val="FFFFFF"/>
                          </a:solidFill>
                        </a:rPr>
                        <a:t>0.0575</a:t>
                      </a:r>
                    </a:p>
                  </a:txBody>
                  <a:tcPr anchor="ctr" marL="64008" marR="64008" marT="4572" marB="4572"/>
                </a:tc>
                <a:tc>
                  <a:txBody>
                    <a:bodyPr/>
                    <a:lstStyle/>
                    <a:p>
                      <a:pPr marL="0" indent="0" algn="r">
                        <a:buNone/>
                      </a:pPr>
                      <a:r>
                        <a:rPr sz="950" lang="es-MX">
                          <a:solidFill>
                            <a:srgbClr val="FFFFFF"/>
                          </a:solidFill>
                        </a:rPr>
                        <a:t>0.410</a:t>
                      </a:r>
                    </a:p>
                  </a:txBody>
                  <a:tcPr anchor="ctr" marL="64008" marR="64008" marT="4572" marB="4572"/>
                </a:tc>
              </a:tr>
              <a:tr h="174942">
                <a:tc vMerge="1">
                  <a:txBody>
                    <a:bodyPr/>
                    <a:lstStyle/>
                    <a:p>
                      <a:pPr marL="0" indent="0" algn="l">
                        <a:buNone/>
                      </a:pPr>
                    </a:p>
                  </a:txBody>
                  <a:tcPr anchor="ctr" marL="64008" marR="64008" marT="4572" marB="4572"/>
                </a:tc>
                <a:tc>
                  <a:txBody>
                    <a:bodyPr/>
                    <a:lstStyle/>
                    <a:p>
                      <a:pPr marL="0" indent="0" algn="l">
                        <a:buNone/>
                      </a:pPr>
                      <a:r>
                        <a:rPr sz="950" lang="es-MX">
                          <a:solidFill>
                            <a:srgbClr val="FFFFFF"/>
                          </a:solidFill>
                        </a:rPr>
                        <a:t>E5</a:t>
                      </a:r>
                    </a:p>
                  </a:txBody>
                  <a:tcPr anchor="ctr" marL="64008" marR="64008" marT="4572" marB="4572"/>
                </a:tc>
                <a:tc>
                  <a:txBody>
                    <a:bodyPr/>
                    <a:lstStyle/>
                    <a:p>
                      <a:pPr marL="0" indent="0" algn="l">
                        <a:buNone/>
                      </a:pPr>
                      <a:r>
                        <a:rPr sz="950" lang="es-MX">
                          <a:solidFill>
                            <a:srgbClr val="FFFFFF"/>
                          </a:solidFill>
                        </a:rPr>
                        <a:t>Embedding con fine-tuning + LR</a:t>
                      </a:r>
                    </a:p>
                  </a:txBody>
                  <a:tcPr anchor="ctr" marL="64008" marR="64008" marT="4572" marB="4572"/>
                </a:tc>
                <a:tc>
                  <a:txBody>
                    <a:bodyPr/>
                    <a:lstStyle/>
                    <a:p>
                      <a:pPr marL="0" indent="0" algn="r">
                        <a:buNone/>
                      </a:pPr>
                      <a:r>
                        <a:rPr sz="950" lang="es-MX">
                          <a:solidFill>
                            <a:srgbClr val="FFFFFF"/>
                          </a:solidFill>
                        </a:rPr>
                        <a:t>0.637 [0.625, 0.649]</a:t>
                      </a:r>
                    </a:p>
                  </a:txBody>
                  <a:tcPr anchor="ctr" marL="64008" marR="64008" marT="4572" marB="4572"/>
                </a:tc>
                <a:tc>
                  <a:txBody>
                    <a:bodyPr/>
                    <a:lstStyle/>
                    <a:p>
                      <a:pPr marL="0" indent="0" algn="r">
                        <a:buNone/>
                      </a:pPr>
                      <a:r>
                        <a:rPr sz="950" lang="es-MX">
                          <a:solidFill>
                            <a:srgbClr val="FFFFFF"/>
                          </a:solidFill>
                        </a:rPr>
                        <a:t>0.693</a:t>
                      </a:r>
                    </a:p>
                  </a:txBody>
                  <a:tcPr anchor="ctr" marL="64008" marR="64008" marT="4572" marB="4572"/>
                </a:tc>
                <a:tc>
                  <a:txBody>
                    <a:bodyPr/>
                    <a:lstStyle/>
                    <a:p>
                      <a:pPr marL="0" indent="0" algn="r">
                        <a:buNone/>
                      </a:pPr>
                      <a:r>
                        <a:rPr sz="950" lang="es-MX">
                          <a:solidFill>
                            <a:srgbClr val="FFFFFF"/>
                          </a:solidFill>
                        </a:rPr>
                        <a:t>0.0749</a:t>
                      </a:r>
                    </a:p>
                  </a:txBody>
                  <a:tcPr anchor="ctr" marL="64008" marR="64008" marT="4572" marB="4572"/>
                </a:tc>
                <a:tc>
                  <a:txBody>
                    <a:bodyPr/>
                    <a:lstStyle/>
                    <a:p>
                      <a:pPr marL="0" indent="0" algn="r">
                        <a:buNone/>
                      </a:pPr>
                      <a:r>
                        <a:rPr sz="950" lang="es-MX">
                          <a:solidFill>
                            <a:srgbClr val="FFFFFF"/>
                          </a:solidFill>
                        </a:rPr>
                        <a:t>0.320</a:t>
                      </a:r>
                    </a:p>
                  </a:txBody>
                  <a:tcPr anchor="ctr" marL="64008" marR="64008" marT="4572" marB="4572"/>
                </a:tc>
              </a:tr>
              <a:tr h="174942">
                <a:tc vMerge="1">
                  <a:txBody>
                    <a:bodyPr/>
                    <a:lstStyle/>
                    <a:p>
                      <a:pPr marL="0" indent="0" algn="l">
                        <a:buNone/>
                      </a:pPr>
                    </a:p>
                  </a:txBody>
                  <a:tcPr anchor="ctr" marL="64008" marR="64008" marT="4572" marB="4572"/>
                </a:tc>
                <a:tc>
                  <a:txBody>
                    <a:bodyPr/>
                    <a:lstStyle/>
                    <a:p>
                      <a:pPr marL="0" indent="0" algn="l">
                        <a:buNone/>
                      </a:pPr>
                      <a:r>
                        <a:rPr sz="950" lang="es-MX">
                          <a:solidFill>
                            <a:srgbClr val="FFFFFF"/>
                          </a:solidFill>
                        </a:rPr>
                        <a:t>E6</a:t>
                      </a:r>
                    </a:p>
                  </a:txBody>
                  <a:tcPr anchor="ctr" marL="64008" marR="64008" marT="4572" marB="4572"/>
                </a:tc>
                <a:tc>
                  <a:txBody>
                    <a:bodyPr/>
                    <a:lstStyle/>
                    <a:p>
                      <a:pPr marL="0" indent="0" algn="l">
                        <a:buNone/>
                      </a:pPr>
                      <a:r>
                        <a:rPr sz="950" lang="es-MX">
                          <a:solidFill>
                            <a:srgbClr val="FFFFFF"/>
                          </a:solidFill>
                        </a:rPr>
                        <a:t>Embedding + probabilidades B2 + codebook, LR</a:t>
                      </a:r>
                    </a:p>
                  </a:txBody>
                  <a:tcPr anchor="ctr" marL="64008" marR="64008" marT="4572" marB="4572"/>
                </a:tc>
                <a:tc>
                  <a:txBody>
                    <a:bodyPr/>
                    <a:lstStyle/>
                    <a:p>
                      <a:pPr marL="0" indent="0" algn="r">
                        <a:buNone/>
                      </a:pPr>
                      <a:r>
                        <a:rPr sz="950" lang="es-MX">
                          <a:solidFill>
                            <a:srgbClr val="FFFFFF"/>
                          </a:solidFill>
                        </a:rPr>
                        <a:t>0.642 [0.629, 0.653]</a:t>
                      </a:r>
                    </a:p>
                  </a:txBody>
                  <a:tcPr anchor="ctr" marL="64008" marR="64008" marT="4572" marB="4572"/>
                </a:tc>
                <a:tc>
                  <a:txBody>
                    <a:bodyPr/>
                    <a:lstStyle/>
                    <a:p>
                      <a:pPr marL="0" indent="0" algn="r">
                        <a:buNone/>
                      </a:pPr>
                      <a:r>
                        <a:rPr sz="950" lang="es-MX">
                          <a:solidFill>
                            <a:srgbClr val="FFFFFF"/>
                          </a:solidFill>
                        </a:rPr>
                        <a:t>0.693</a:t>
                      </a:r>
                    </a:p>
                  </a:txBody>
                  <a:tcPr anchor="ctr" marL="64008" marR="64008" marT="4572" marB="4572"/>
                </a:tc>
                <a:tc>
                  <a:txBody>
                    <a:bodyPr/>
                    <a:lstStyle/>
                    <a:p>
                      <a:pPr marL="0" indent="0" algn="r">
                        <a:buNone/>
                      </a:pPr>
                      <a:r>
                        <a:rPr sz="950" lang="es-MX">
                          <a:solidFill>
                            <a:srgbClr val="FFFFFF"/>
                          </a:solidFill>
                        </a:rPr>
                        <a:t>0.0762</a:t>
                      </a:r>
                    </a:p>
                  </a:txBody>
                  <a:tcPr anchor="ctr" marL="64008" marR="64008" marT="4572" marB="4572"/>
                </a:tc>
                <a:tc>
                  <a:txBody>
                    <a:bodyPr/>
                    <a:lstStyle/>
                    <a:p>
                      <a:pPr marL="0" indent="0" algn="r">
                        <a:buNone/>
                      </a:pPr>
                      <a:r>
                        <a:rPr sz="950" lang="es-MX">
                          <a:solidFill>
                            <a:srgbClr val="FFFFFF"/>
                          </a:solidFill>
                        </a:rPr>
                        <a:t>0.271</a:t>
                      </a:r>
                    </a:p>
                  </a:txBody>
                  <a:tcPr anchor="ctr" marL="64008" marR="64008" marT="4572" marB="4572"/>
                </a:tc>
              </a:tr>
              <a:tr h="174942">
                <a:tc vMerge="1">
                  <a:txBody>
                    <a:bodyPr/>
                    <a:lstStyle/>
                    <a:p>
                      <a:pPr marL="0" indent="0" algn="l">
                        <a:buNone/>
                      </a:pPr>
                    </a:p>
                  </a:txBody>
                  <a:tcPr anchor="ctr" marL="64008" marR="64008" marT="4572" marB="4572"/>
                </a:tc>
                <a:tc>
                  <a:txBody>
                    <a:bodyPr/>
                    <a:lstStyle/>
                    <a:p>
                      <a:pPr marL="0" indent="0" algn="l">
                        <a:buNone/>
                      </a:pPr>
                      <a:r>
                        <a:rPr sz="950" lang="es-MX">
                          <a:solidFill>
                            <a:srgbClr val="FFFFFF"/>
                          </a:solidFill>
                        </a:rPr>
                        <a:t>E7</a:t>
                      </a:r>
                    </a:p>
                  </a:txBody>
                  <a:tcPr anchor="ctr" marL="64008" marR="64008" marT="4572" marB="4572"/>
                </a:tc>
                <a:tc>
                  <a:txBody>
                    <a:bodyPr/>
                    <a:lstStyle/>
                    <a:p>
                      <a:pPr marL="0" indent="0" algn="l">
                        <a:buNone/>
                      </a:pPr>
                      <a:r>
                        <a:rPr sz="950" lang="es-MX">
                          <a:solidFill>
                            <a:srgbClr val="FFFFFF"/>
                          </a:solidFill>
                        </a:rPr>
                        <a:t>Mismas features, LightGBM</a:t>
                      </a:r>
                    </a:p>
                  </a:txBody>
                  <a:tcPr anchor="ctr" marL="64008" marR="64008" marT="4572" marB="4572"/>
                </a:tc>
                <a:tc>
                  <a:txBody>
                    <a:bodyPr/>
                    <a:lstStyle/>
                    <a:p>
                      <a:pPr marL="0" indent="0" algn="r">
                        <a:buNone/>
                      </a:pPr>
                      <a:r>
                        <a:rPr sz="950" lang="es-MX">
                          <a:solidFill>
                            <a:srgbClr val="FFFFFF"/>
                          </a:solidFill>
                        </a:rPr>
                        <a:t>0.702 [0.691, 0.715]</a:t>
                      </a:r>
                    </a:p>
                  </a:txBody>
                  <a:tcPr anchor="ctr" marL="64008" marR="64008" marT="4572" marB="4572"/>
                </a:tc>
                <a:tc>
                  <a:txBody>
                    <a:bodyPr/>
                    <a:lstStyle/>
                    <a:p>
                      <a:pPr marL="0" indent="0" algn="r">
                        <a:buNone/>
                      </a:pPr>
                      <a:r>
                        <a:rPr sz="950" lang="es-MX">
                          <a:solidFill>
                            <a:srgbClr val="FFFFFF"/>
                          </a:solidFill>
                        </a:rPr>
                        <a:t>0.759</a:t>
                      </a:r>
                    </a:p>
                  </a:txBody>
                  <a:tcPr anchor="ctr" marL="64008" marR="64008" marT="4572" marB="4572"/>
                </a:tc>
                <a:tc>
                  <a:txBody>
                    <a:bodyPr/>
                    <a:lstStyle/>
                    <a:p>
                      <a:pPr marL="0" indent="0" algn="r">
                        <a:buNone/>
                      </a:pPr>
                      <a:r>
                        <a:rPr sz="950" lang="es-MX">
                          <a:solidFill>
                            <a:srgbClr val="FFFFFF"/>
                          </a:solidFill>
                        </a:rPr>
                        <a:t>0.0578</a:t>
                      </a:r>
                    </a:p>
                  </a:txBody>
                  <a:tcPr anchor="ctr" marL="64008" marR="64008" marT="4572" marB="4572"/>
                </a:tc>
                <a:tc>
                  <a:txBody>
                    <a:bodyPr/>
                    <a:lstStyle/>
                    <a:p>
                      <a:pPr marL="0" indent="0" algn="r">
                        <a:buNone/>
                      </a:pPr>
                      <a:r>
                        <a:rPr sz="950" lang="es-MX">
                          <a:solidFill>
                            <a:srgbClr val="FFFFFF"/>
                          </a:solidFill>
                        </a:rPr>
                        <a:t>0.355</a:t>
                      </a:r>
                    </a:p>
                  </a:txBody>
                  <a:tcPr anchor="ctr" marL="64008" marR="64008" marT="4572" marB="4572"/>
                </a:tc>
              </a:tr>
              <a:tr h="174942">
                <a:tc rowSpan="3">
                  <a:txBody>
                    <a:bodyPr/>
                    <a:lstStyle/>
                    <a:p>
                      <a:pPr marL="0" indent="0" algn="l">
                        <a:buNone/>
                      </a:pPr>
                      <a:r>
                        <a:rPr sz="950" lang="es-MX">
                          <a:solidFill>
                            <a:srgbClr val="FFFFFF"/>
                          </a:solidFill>
                        </a:rPr>
                        <a:t>Estructura y mezcla</a:t>
                      </a:r>
                    </a:p>
                  </a:txBody>
                  <a:tcPr anchor="ctr" marL="64008" marR="64008" marT="4572" marB="4572"/>
                </a:tc>
                <a:tc>
                  <a:txBody>
                    <a:bodyPr/>
                    <a:lstStyle/>
                    <a:p>
                      <a:pPr marL="0" indent="0" algn="l">
                        <a:buNone/>
                      </a:pPr>
                      <a:r>
                        <a:rPr sz="950" lang="es-MX">
                          <a:solidFill>
                            <a:srgbClr val="FFFFFF"/>
                          </a:solidFill>
                        </a:rPr>
                        <a:t>E8</a:t>
                      </a:r>
                    </a:p>
                  </a:txBody>
                  <a:tcPr anchor="ctr" marL="64008" marR="64008" marT="4572" marB="4572"/>
                </a:tc>
                <a:tc>
                  <a:txBody>
                    <a:bodyPr/>
                    <a:lstStyle/>
                    <a:p>
                      <a:pPr marL="0" indent="0" algn="l">
                        <a:buNone/>
                      </a:pPr>
                      <a:r>
                        <a:rPr sz="950" lang="es-MX">
                          <a:solidFill>
                            <a:srgbClr val="FFFFFF"/>
                          </a:solidFill>
                        </a:rPr>
                        <a:t>no contra negocio primero, luego E7</a:t>
                      </a:r>
                    </a:p>
                  </a:txBody>
                  <a:tcPr anchor="ctr" marL="64008" marR="64008" marT="4572" marB="4572"/>
                </a:tc>
                <a:tc>
                  <a:txBody>
                    <a:bodyPr/>
                    <a:lstStyle/>
                    <a:p>
                      <a:pPr marL="0" indent="0" algn="r">
                        <a:buNone/>
                      </a:pPr>
                      <a:r>
                        <a:rPr sz="950" lang="es-MX">
                          <a:solidFill>
                            <a:srgbClr val="FFFFFF"/>
                          </a:solidFill>
                        </a:rPr>
                        <a:t>0.693 [0.680, 0.706]</a:t>
                      </a:r>
                    </a:p>
                  </a:txBody>
                  <a:tcPr anchor="ctr" marL="64008" marR="64008" marT="4572" marB="4572"/>
                </a:tc>
                <a:tc>
                  <a:txBody>
                    <a:bodyPr/>
                    <a:lstStyle/>
                    <a:p>
                      <a:pPr marL="0" indent="0" algn="r">
                        <a:buNone/>
                      </a:pPr>
                      <a:r>
                        <a:rPr sz="950" lang="es-MX">
                          <a:solidFill>
                            <a:srgbClr val="FFFFFF"/>
                          </a:solidFill>
                        </a:rPr>
                        <a:t>0.753</a:t>
                      </a:r>
                    </a:p>
                  </a:txBody>
                  <a:tcPr anchor="ctr" marL="64008" marR="64008" marT="4572" marB="4572"/>
                </a:tc>
                <a:tc>
                  <a:txBody>
                    <a:bodyPr/>
                    <a:lstStyle/>
                    <a:p>
                      <a:pPr marL="0" indent="0" algn="r">
                        <a:buNone/>
                      </a:pPr>
                      <a:r>
                        <a:rPr sz="950" lang="es-MX">
                          <a:solidFill>
                            <a:srgbClr val="FFFFFF"/>
                          </a:solidFill>
                        </a:rPr>
                        <a:t>0.0585</a:t>
                      </a:r>
                    </a:p>
                  </a:txBody>
                  <a:tcPr anchor="ctr" marL="64008" marR="64008" marT="4572" marB="4572"/>
                </a:tc>
                <a:tc>
                  <a:txBody>
                    <a:bodyPr/>
                    <a:lstStyle/>
                    <a:p>
                      <a:pPr marL="0" indent="0" algn="r">
                        <a:buNone/>
                      </a:pPr>
                      <a:r>
                        <a:rPr sz="950" lang="es-MX">
                          <a:solidFill>
                            <a:srgbClr val="FFFFFF"/>
                          </a:solidFill>
                        </a:rPr>
                        <a:t>0.377</a:t>
                      </a:r>
                    </a:p>
                  </a:txBody>
                  <a:tcPr anchor="ctr" marL="64008" marR="64008" marT="4572" marB="4572"/>
                </a:tc>
              </a:tr>
              <a:tr h="174942">
                <a:tc vMerge="1">
                  <a:txBody>
                    <a:bodyPr/>
                    <a:lstStyle/>
                    <a:p>
                      <a:pPr marL="0" indent="0" algn="l">
                        <a:buNone/>
                      </a:pPr>
                    </a:p>
                  </a:txBody>
                  <a:tcPr anchor="ctr" marL="64008" marR="64008" marT="4572" marB="4572"/>
                </a:tc>
                <a:tc>
                  <a:txBody>
                    <a:bodyPr/>
                    <a:lstStyle/>
                    <a:p>
                      <a:pPr marL="0" indent="0" algn="l">
                        <a:buNone/>
                      </a:pPr>
                      <a:r>
                        <a:rPr sz="950" lang="es-MX">
                          <a:solidFill>
                            <a:srgbClr val="FFFFFF"/>
                          </a:solidFill>
                        </a:rPr>
                        <a:t>E9</a:t>
                      </a:r>
                    </a:p>
                  </a:txBody>
                  <a:tcPr anchor="ctr" marL="64008" marR="64008" marT="4572" marB="4572"/>
                </a:tc>
                <a:tc>
                  <a:txBody>
                    <a:bodyPr/>
                    <a:lstStyle/>
                    <a:p>
                      <a:pPr marL="0" indent="0" algn="l">
                        <a:buNone/>
                      </a:pPr>
                      <a:r>
                        <a:rPr sz="950" lang="es-MX">
                          <a:solidFill>
                            <a:srgbClr val="FFFFFF"/>
                          </a:solidFill>
                        </a:rPr>
                        <a:t>Mezcla B2 + E7</a:t>
                      </a:r>
                    </a:p>
                  </a:txBody>
                  <a:tcPr anchor="ctr" marL="64008" marR="64008" marT="4572" marB="4572"/>
                </a:tc>
                <a:tc>
                  <a:txBody>
                    <a:bodyPr/>
                    <a:lstStyle/>
                    <a:p>
                      <a:pPr marL="0" indent="0" algn="r">
                        <a:buNone/>
                      </a:pPr>
                      <a:r>
                        <a:rPr sz="950" lang="es-MX">
                          <a:solidFill>
                            <a:srgbClr val="FFFFFF"/>
                          </a:solidFill>
                        </a:rPr>
                        <a:t>0.712 [0.700, 0.724]</a:t>
                      </a:r>
                    </a:p>
                  </a:txBody>
                  <a:tcPr anchor="ctr" marL="64008" marR="64008" marT="4572" marB="4572"/>
                </a:tc>
                <a:tc>
                  <a:txBody>
                    <a:bodyPr/>
                    <a:lstStyle/>
                    <a:p>
                      <a:pPr marL="0" indent="0" algn="r">
                        <a:buNone/>
                      </a:pPr>
                      <a:r>
                        <a:rPr sz="950" lang="es-MX">
                          <a:solidFill>
                            <a:srgbClr val="FFFFFF"/>
                          </a:solidFill>
                        </a:rPr>
                        <a:t>0.766</a:t>
                      </a:r>
                    </a:p>
                  </a:txBody>
                  <a:tcPr anchor="ctr" marL="64008" marR="64008" marT="4572" marB="4572"/>
                </a:tc>
                <a:tc>
                  <a:txBody>
                    <a:bodyPr/>
                    <a:lstStyle/>
                    <a:p>
                      <a:pPr marL="0" indent="0" algn="r">
                        <a:buNone/>
                      </a:pPr>
                      <a:r>
                        <a:rPr sz="950" lang="es-MX">
                          <a:solidFill>
                            <a:srgbClr val="FFFFFF"/>
                          </a:solidFill>
                        </a:rPr>
                        <a:t>0.0562</a:t>
                      </a:r>
                    </a:p>
                  </a:txBody>
                  <a:tcPr anchor="ctr" marL="64008" marR="64008" marT="4572" marB="4572"/>
                </a:tc>
                <a:tc>
                  <a:txBody>
                    <a:bodyPr/>
                    <a:lstStyle/>
                    <a:p>
                      <a:pPr marL="0" indent="0" algn="r">
                        <a:buNone/>
                      </a:pPr>
                      <a:r>
                        <a:rPr sz="950" lang="es-MX">
                          <a:solidFill>
                            <a:srgbClr val="FFFFFF"/>
                          </a:solidFill>
                        </a:rPr>
                        <a:t>0.399</a:t>
                      </a:r>
                    </a:p>
                  </a:txBody>
                  <a:tcPr anchor="ctr" marL="64008" marR="64008" marT="4572" marB="4572"/>
                </a:tc>
              </a:tr>
              <a:tr h="174942">
                <a:tc vMerge="1">
                  <a:txBody>
                    <a:bodyPr/>
                    <a:lstStyle/>
                    <a:p>
                      <a:pPr marL="0" indent="0" algn="l">
                        <a:buNone/>
                      </a:pPr>
                    </a:p>
                  </a:txBody>
                  <a:tcPr anchor="ctr" marL="64008" marR="64008" marT="4572" marB="4572"/>
                </a:tc>
                <a:tc>
                  <a:txBody>
                    <a:bodyPr/>
                    <a:lstStyle/>
                    <a:p>
                      <a:pPr marL="0" indent="0" algn="l">
                        <a:buNone/>
                      </a:pPr>
                      <a:r>
                        <a:rPr sz="950" b="1" lang="es-MX">
                          <a:solidFill>
                            <a:srgbClr val="FFFFFF"/>
                          </a:solidFill>
                        </a:rPr>
                        <a:t>E9b (seleccionado)</a:t>
                      </a:r>
                    </a:p>
                  </a:txBody>
                  <a:tcPr anchor="ctr" marL="64008" marR="64008" marT="4572" marB="4572"/>
                </a:tc>
                <a:tc>
                  <a:txBody>
                    <a:bodyPr/>
                    <a:lstStyle/>
                    <a:p>
                      <a:pPr marL="0" indent="0" algn="l">
                        <a:buNone/>
                      </a:pPr>
                      <a:r>
                        <a:rPr sz="950" b="1" lang="es-MX">
                          <a:solidFill>
                            <a:srgbClr val="FFFFFF"/>
                          </a:solidFill>
                        </a:rPr>
                        <a:t>Mezcla B2 + E4</a:t>
                      </a:r>
                    </a:p>
                  </a:txBody>
                  <a:tcPr anchor="ctr" marL="64008" marR="64008" marT="4572" marB="4572"/>
                </a:tc>
                <a:tc>
                  <a:txBody>
                    <a:bodyPr/>
                    <a:lstStyle/>
                    <a:p>
                      <a:pPr marL="0" indent="0" algn="r">
                        <a:buNone/>
                      </a:pPr>
                      <a:r>
                        <a:rPr sz="950" b="1" lang="es-MX">
                          <a:solidFill>
                            <a:srgbClr val="FFFFFF"/>
                          </a:solidFill>
                        </a:rPr>
                        <a:t>0.715 [0.703, 0.727]</a:t>
                      </a:r>
                    </a:p>
                  </a:txBody>
                  <a:tcPr anchor="ctr" marL="64008" marR="64008" marT="4572" marB="4572"/>
                </a:tc>
                <a:tc>
                  <a:txBody>
                    <a:bodyPr/>
                    <a:lstStyle/>
                    <a:p>
                      <a:pPr marL="0" indent="0" algn="r">
                        <a:buNone/>
                      </a:pPr>
                      <a:r>
                        <a:rPr sz="950" b="1" lang="es-MX">
                          <a:solidFill>
                            <a:srgbClr val="FFFFFF"/>
                          </a:solidFill>
                        </a:rPr>
                        <a:t>0.771</a:t>
                      </a:r>
                    </a:p>
                  </a:txBody>
                  <a:tcPr anchor="ctr" marL="64008" marR="64008" marT="4572" marB="4572"/>
                </a:tc>
                <a:tc>
                  <a:txBody>
                    <a:bodyPr/>
                    <a:lstStyle/>
                    <a:p>
                      <a:pPr marL="0" indent="0" algn="r">
                        <a:buNone/>
                      </a:pPr>
                      <a:r>
                        <a:rPr sz="950" b="1" lang="es-MX">
                          <a:solidFill>
                            <a:srgbClr val="FFFFFF"/>
                          </a:solidFill>
                        </a:rPr>
                        <a:t>0.0547</a:t>
                      </a:r>
                    </a:p>
                  </a:txBody>
                  <a:tcPr anchor="ctr" marL="64008" marR="64008" marT="4572" marB="4572"/>
                </a:tc>
                <a:tc>
                  <a:txBody>
                    <a:bodyPr/>
                    <a:lstStyle/>
                    <a:p>
                      <a:pPr marL="0" indent="0" algn="r">
                        <a:buNone/>
                      </a:pPr>
                      <a:r>
                        <a:rPr sz="950" b="1" lang="es-MX">
                          <a:solidFill>
                            <a:srgbClr val="FFFFFF"/>
                          </a:solidFill>
                        </a:rPr>
                        <a:t>0.421</a:t>
                      </a:r>
                    </a:p>
                  </a:txBody>
                  <a:tcPr anchor="ctr" marL="64008" marR="64008" marT="4572" marB="4572"/>
                </a:tc>
              </a:tr>
            </a:tbl>
          </a:graphicData>
        </a:graphic>
      </p:graphicFrame>
      <p:sp>
        <p:nvSpPr>
          <p:cNvPr id="4" name="Marcador de número de diapositiva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es-ES"/>
            </a:defPPr>
          </a:lstStyle>
          <a:p>
            <a:pPr rtl="0"/>
            <a:fld id="{CBD12358-51D2-46B3-9BDE-DF29528B9454}" type="slidenum">
              <a:rPr lang="es-ES" smtClean="0"/>
              <a:t>‹Nº›</a:t>
            </a:fld>
            <a:endParaRPr lang="es-ES"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50863" y="508635"/>
            <a:ext cx="10427561" cy="1332000"/>
          </a:xfrm>
        </p:spPr>
        <p:txBody>
          <a:bodyPr/>
          <a:lstStyle/>
          <a:p>
            <a:pPr marL="0" indent="0">
              <a:buNone/>
            </a:pPr>
            <a:r>
              <a:rPr sz="2400" lang="es-MX"/>
              <a:t>Apéndice A2. Partir por filas infla poco las métricas, y la selección quedó fija antes del único uso del test.</a:t>
            </a:r>
          </a:p>
        </p:txBody>
      </p:sp>
      <p:graphicFrame>
        <p:nvGraphicFramePr>
          <p:cNvPr id="3" name="Content Placeholder 2"/>
          <p:cNvGraphicFramePr>
            <a:graphicFrameLocks noGrp="1"/>
          </p:cNvGraphicFramePr>
          <p:nvPr>
            <p:ph idx="1" sz="half"/>
          </p:nvPr>
        </p:nvGraphicFramePr>
        <p:xfrm>
          <a:off x="550862" y="2097175"/>
          <a:ext cx="5435600" cy="3048000"/>
        </p:xfrm>
        <a:graphic>
          <a:graphicData uri="http://schemas.openxmlformats.org/drawingml/2006/table">
            <a:tbl>
              <a:tblPr firstRow="1" bandRow="1">
                <a:tableStyleId>{72833802-FEF1-4C79-8D5D-14CF1EAF98D9}</a:tableStyleId>
              </a:tblPr>
              <a:tblGrid>
                <a:gridCol w="2528186"/>
                <a:gridCol w="1390502"/>
                <a:gridCol w="1516911"/>
              </a:tblGrid>
              <a:tr h="508000">
                <a:tc>
                  <a:txBody>
                    <a:bodyPr/>
                    <a:lstStyle/>
                    <a:p>
                      <a:pPr marL="0" indent="0" algn="l">
                        <a:buNone/>
                      </a:pPr>
                      <a:r>
                        <a:rPr sz="1600" lang="es-MX" b="1">
                          <a:solidFill>
                            <a:srgbClr val="1B192E"/>
                          </a:solidFill>
                        </a:rPr>
                        <a:t>Métrica</a:t>
                      </a:r>
                    </a:p>
                  </a:txBody>
                  <a:tcPr anchor="ctr" marL="64008" marR="64008" marT="18288" marB="18288"/>
                </a:tc>
                <a:tc>
                  <a:txBody>
                    <a:bodyPr/>
                    <a:lstStyle/>
                    <a:p>
                      <a:pPr marL="0" indent="0" algn="r">
                        <a:buNone/>
                      </a:pPr>
                      <a:r>
                        <a:rPr sz="1600" lang="es-MX" b="1">
                          <a:solidFill>
                            <a:srgbClr val="1B192E"/>
                          </a:solidFill>
                        </a:rPr>
                        <a:t>Partición agrupada</a:t>
                      </a:r>
                    </a:p>
                  </a:txBody>
                  <a:tcPr anchor="ctr" marL="64008" marR="64008" marT="18288" marB="18288"/>
                </a:tc>
                <a:tc>
                  <a:txBody>
                    <a:bodyPr/>
                    <a:lstStyle/>
                    <a:p>
                      <a:pPr marL="0" indent="0" algn="r">
                        <a:buNone/>
                      </a:pPr>
                      <a:r>
                        <a:rPr sz="1600" lang="es-MX" b="1">
                          <a:solidFill>
                            <a:srgbClr val="1B192E"/>
                          </a:solidFill>
                        </a:rPr>
                        <a:t>Partición por filas</a:t>
                      </a:r>
                    </a:p>
                  </a:txBody>
                  <a:tcPr anchor="ctr" marL="64008" marR="64008" marT="18288" marB="18288"/>
                </a:tc>
              </a:tr>
              <a:tr h="508000">
                <a:tc>
                  <a:txBody>
                    <a:bodyPr/>
                    <a:lstStyle/>
                    <a:p>
                      <a:pPr marL="0" indent="0" algn="l">
                        <a:buNone/>
                      </a:pPr>
                      <a:r>
                        <a:rPr sz="1600" lang="es-MX">
                          <a:solidFill>
                            <a:srgbClr val="FFFFFF"/>
                          </a:solidFill>
                        </a:rPr>
                        <a:t>Macro F1</a:t>
                      </a:r>
                    </a:p>
                  </a:txBody>
                  <a:tcPr anchor="ctr" marL="64008" marR="64008" marT="18288" marB="18288"/>
                </a:tc>
                <a:tc>
                  <a:txBody>
                    <a:bodyPr/>
                    <a:lstStyle/>
                    <a:p>
                      <a:pPr marL="0" indent="0" algn="r">
                        <a:buNone/>
                      </a:pPr>
                      <a:r>
                        <a:rPr sz="1600" lang="es-MX">
                          <a:solidFill>
                            <a:srgbClr val="FFFFFF"/>
                          </a:solidFill>
                        </a:rPr>
                        <a:t>0.671</a:t>
                      </a:r>
                    </a:p>
                  </a:txBody>
                  <a:tcPr anchor="ctr" marL="64008" marR="64008" marT="18288" marB="18288"/>
                </a:tc>
                <a:tc>
                  <a:txBody>
                    <a:bodyPr/>
                    <a:lstStyle/>
                    <a:p>
                      <a:pPr marL="0" indent="0" algn="r">
                        <a:buNone/>
                      </a:pPr>
                      <a:r>
                        <a:rPr sz="1600" lang="es-MX">
                          <a:solidFill>
                            <a:srgbClr val="FFFFFF"/>
                          </a:solidFill>
                        </a:rPr>
                        <a:t>0.679</a:t>
                      </a:r>
                    </a:p>
                  </a:txBody>
                  <a:tcPr anchor="ctr" marL="64008" marR="64008" marT="18288" marB="18288"/>
                </a:tc>
              </a:tr>
              <a:tr h="508000">
                <a:tc>
                  <a:txBody>
                    <a:bodyPr/>
                    <a:lstStyle/>
                    <a:p>
                      <a:pPr marL="0" indent="0" algn="l">
                        <a:buNone/>
                      </a:pPr>
                      <a:r>
                        <a:rPr sz="1600" lang="es-MX">
                          <a:solidFill>
                            <a:srgbClr val="FFFFFF"/>
                          </a:solidFill>
                        </a:rPr>
                        <a:t>Hamming loss</a:t>
                      </a:r>
                    </a:p>
                  </a:txBody>
                  <a:tcPr anchor="ctr" marL="64008" marR="64008" marT="18288" marB="18288"/>
                </a:tc>
                <a:tc>
                  <a:txBody>
                    <a:bodyPr/>
                    <a:lstStyle/>
                    <a:p>
                      <a:pPr marL="0" indent="0" algn="r">
                        <a:buNone/>
                      </a:pPr>
                      <a:r>
                        <a:rPr sz="1600" lang="es-MX">
                          <a:solidFill>
                            <a:srgbClr val="FFFFFF"/>
                          </a:solidFill>
                        </a:rPr>
                        <a:t>0.0650</a:t>
                      </a:r>
                    </a:p>
                  </a:txBody>
                  <a:tcPr anchor="ctr" marL="64008" marR="64008" marT="18288" marB="18288"/>
                </a:tc>
                <a:tc>
                  <a:txBody>
                    <a:bodyPr/>
                    <a:lstStyle/>
                    <a:p>
                      <a:pPr marL="0" indent="0" algn="r">
                        <a:buNone/>
                      </a:pPr>
                      <a:r>
                        <a:rPr sz="1600" lang="es-MX">
                          <a:solidFill>
                            <a:srgbClr val="FFFFFF"/>
                          </a:solidFill>
                        </a:rPr>
                        <a:t>0.0633</a:t>
                      </a:r>
                    </a:p>
                  </a:txBody>
                  <a:tcPr anchor="ctr" marL="64008" marR="64008" marT="18288" marB="18288"/>
                </a:tc>
              </a:tr>
              <a:tr h="508000">
                <a:tc>
                  <a:txBody>
                    <a:bodyPr/>
                    <a:lstStyle/>
                    <a:p>
                      <a:pPr marL="0" indent="0" algn="l">
                        <a:buNone/>
                      </a:pPr>
                      <a:r>
                        <a:rPr sz="1600" lang="es-MX">
                          <a:solidFill>
                            <a:srgbClr val="FFFFFF"/>
                          </a:solidFill>
                        </a:rPr>
                        <a:t>Samples F1</a:t>
                      </a:r>
                    </a:p>
                  </a:txBody>
                  <a:tcPr anchor="ctr" marL="64008" marR="64008" marT="18288" marB="18288"/>
                </a:tc>
                <a:tc>
                  <a:txBody>
                    <a:bodyPr/>
                    <a:lstStyle/>
                    <a:p>
                      <a:pPr marL="0" indent="0" algn="r">
                        <a:buNone/>
                      </a:pPr>
                      <a:r>
                        <a:rPr sz="1600" lang="es-MX">
                          <a:solidFill>
                            <a:srgbClr val="FFFFFF"/>
                          </a:solidFill>
                        </a:rPr>
                        <a:t>0.748</a:t>
                      </a:r>
                    </a:p>
                  </a:txBody>
                  <a:tcPr anchor="ctr" marL="64008" marR="64008" marT="18288" marB="18288"/>
                </a:tc>
                <a:tc>
                  <a:txBody>
                    <a:bodyPr/>
                    <a:lstStyle/>
                    <a:p>
                      <a:pPr marL="0" indent="0" algn="r">
                        <a:buNone/>
                      </a:pPr>
                      <a:r>
                        <a:rPr sz="1600" lang="es-MX">
                          <a:solidFill>
                            <a:srgbClr val="FFFFFF"/>
                          </a:solidFill>
                        </a:rPr>
                        <a:t>0.751</a:t>
                      </a:r>
                    </a:p>
                  </a:txBody>
                  <a:tcPr anchor="ctr" marL="64008" marR="64008" marT="18288" marB="18288"/>
                </a:tc>
              </a:tr>
              <a:tr h="508000">
                <a:tc>
                  <a:txBody>
                    <a:bodyPr/>
                    <a:lstStyle/>
                    <a:p>
                      <a:pPr marL="0" indent="0" algn="l">
                        <a:buNone/>
                      </a:pPr>
                      <a:r>
                        <a:rPr sz="1600" lang="es-MX">
                          <a:solidFill>
                            <a:srgbClr val="FFFFFF"/>
                          </a:solidFill>
                        </a:rPr>
                        <a:t>temp F1</a:t>
                      </a:r>
                    </a:p>
                  </a:txBody>
                  <a:tcPr anchor="ctr" marL="64008" marR="64008" marT="18288" marB="18288"/>
                </a:tc>
                <a:tc>
                  <a:txBody>
                    <a:bodyPr/>
                    <a:lstStyle/>
                    <a:p>
                      <a:pPr marL="0" indent="0" algn="r">
                        <a:buNone/>
                      </a:pPr>
                      <a:r>
                        <a:rPr sz="1600" lang="es-MX">
                          <a:solidFill>
                            <a:srgbClr val="FFFFFF"/>
                          </a:solidFill>
                        </a:rPr>
                        <a:t>0.384</a:t>
                      </a:r>
                    </a:p>
                  </a:txBody>
                  <a:tcPr anchor="ctr" marL="64008" marR="64008" marT="18288" marB="18288"/>
                </a:tc>
                <a:tc>
                  <a:txBody>
                    <a:bodyPr/>
                    <a:lstStyle/>
                    <a:p>
                      <a:pPr marL="0" indent="0" algn="r">
                        <a:buNone/>
                      </a:pPr>
                      <a:r>
                        <a:rPr sz="1600" lang="es-MX">
                          <a:solidFill>
                            <a:srgbClr val="FFFFFF"/>
                          </a:solidFill>
                        </a:rPr>
                        <a:t>0.420</a:t>
                      </a:r>
                    </a:p>
                  </a:txBody>
                  <a:tcPr anchor="ctr" marL="64008" marR="64008" marT="18288" marB="18288"/>
                </a:tc>
              </a:tr>
              <a:tr h="508000">
                <a:tc>
                  <a:txBody>
                    <a:bodyPr/>
                    <a:lstStyle/>
                    <a:p>
                      <a:pPr marL="0" indent="0" algn="l">
                        <a:buNone/>
                      </a:pPr>
                      <a:r>
                        <a:rPr sz="1600" lang="es-MX">
                          <a:solidFill>
                            <a:srgbClr val="FFFFFF"/>
                          </a:solidFill>
                        </a:rPr>
                        <a:t>Samples F1 en las 199 filas con duplicado en otro fold</a:t>
                      </a:r>
                    </a:p>
                  </a:txBody>
                  <a:tcPr anchor="ctr" marL="64008" marR="64008" marT="18288" marB="18288"/>
                </a:tc>
                <a:tc>
                  <a:txBody>
                    <a:bodyPr/>
                    <a:lstStyle/>
                    <a:p>
                      <a:pPr marL="0" indent="0" algn="r">
                        <a:buNone/>
                      </a:pPr>
                      <a:r>
                        <a:rPr sz="1600" lang="es-MX">
                          <a:solidFill>
                            <a:srgbClr val="FFFFFF"/>
                          </a:solidFill>
                        </a:rPr>
                        <a:t>0.701</a:t>
                      </a:r>
                    </a:p>
                  </a:txBody>
                  <a:tcPr anchor="ctr" marL="64008" marR="64008" marT="18288" marB="18288"/>
                </a:tc>
                <a:tc>
                  <a:txBody>
                    <a:bodyPr/>
                    <a:lstStyle/>
                    <a:p>
                      <a:pPr marL="0" indent="0" algn="r">
                        <a:buNone/>
                      </a:pPr>
                      <a:r>
                        <a:rPr sz="1600" lang="es-MX">
                          <a:solidFill>
                            <a:srgbClr val="FFFFFF"/>
                          </a:solidFill>
                        </a:rPr>
                        <a:t>0.714</a:t>
                      </a:r>
                    </a:p>
                  </a:txBody>
                  <a:tcPr anchor="ctr" marL="64008" marR="64008" marT="18288" marB="18288"/>
                </a:tc>
              </a:tr>
            </a:tbl>
          </a:graphicData>
        </a:graphic>
      </p:graphicFrame>
      <p:pic>
        <p:nvPicPr>
          <p:cNvPr id="4" name="Content Placeholder 3" descr="trazabilidad_linea_tiempo.png"/>
          <p:cNvPicPr>
            <a:picLocks noGrp="1" noChangeAspect="1"/>
          </p:cNvPicPr>
          <p:nvPr>
            <p:ph idx="13" sz="half"/>
          </p:nvPr>
        </p:nvPicPr>
        <p:blipFill>
          <a:blip r:embed="rId2"/>
          <a:srcRect/>
          <a:stretch>
            <a:fillRect/>
          </a:stretch>
        </p:blipFill>
        <p:spPr>
          <a:xfrm>
            <a:off x="6225860" y="2097175"/>
            <a:ext cx="5394960" cy="3931920"/>
          </a:xfrm>
        </p:spPr>
      </p:pic>
      <p:sp>
        <p:nvSpPr>
          <p:cNvPr id="5" name="Marcador de número de diapositiva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rtlCol="0"/>
          <a:lstStyle>
            <a:defPPr>
              <a:defRPr lang="es-ES"/>
            </a:defPPr>
          </a:lstStyle>
          <a:p>
            <a:pPr rtl="0"/>
            <a:fld id="{DBA1B0FB-D917-4C8C-928F-313BD683BF39}" type="slidenum">
              <a:rPr lang="es-ES" smtClean="0"/>
              <a:t>‹Nº›</a:t>
            </a:fld>
            <a:endParaRPr lang="es-ES"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buNone/>
            </a:pPr>
            <a:r>
              <a:rPr sz="2400" lang="es-MX"/>
              <a:t>Apéndice A3. En test, E9b supera a B2 en F1 en las 10 etiquetas; temp sigue siendo la más baja.</a:t>
            </a:r>
          </a:p>
        </p:txBody>
      </p:sp>
      <p:graphicFrame>
        <p:nvGraphicFramePr>
          <p:cNvPr id="3" name="Content Placeholder 2"/>
          <p:cNvGraphicFramePr>
            <a:graphicFrameLocks noGrp="1"/>
          </p:cNvGraphicFramePr>
          <p:nvPr>
            <p:ph idx="1" sz="half"/>
          </p:nvPr>
        </p:nvGraphicFramePr>
        <p:xfrm>
          <a:off x="550861" y="1917064"/>
          <a:ext cx="11090275" cy="3911600"/>
        </p:xfrm>
        <a:graphic>
          <a:graphicData uri="http://schemas.openxmlformats.org/drawingml/2006/table">
            <a:tbl>
              <a:tblPr firstRow="1" bandRow="1">
                <a:tableStyleId>{72833802-FEF1-4C79-8D5D-14CF1EAF98D9}</a:tableStyleId>
              </a:tblPr>
              <a:tblGrid>
                <a:gridCol w="1155236"/>
                <a:gridCol w="3812282"/>
                <a:gridCol w="1270760"/>
                <a:gridCol w="924189"/>
                <a:gridCol w="808665"/>
                <a:gridCol w="924189"/>
                <a:gridCol w="1039713"/>
                <a:gridCol w="1155236"/>
              </a:tblGrid>
              <a:tr h="355600">
                <a:tc>
                  <a:txBody>
                    <a:bodyPr/>
                    <a:lstStyle/>
                    <a:p>
                      <a:pPr marL="0" indent="0" algn="l">
                        <a:buNone/>
                      </a:pPr>
                      <a:r>
                        <a:rPr sz="1400" lang="es-MX" b="1">
                          <a:solidFill>
                            <a:srgbClr val="1B192E"/>
                          </a:solidFill>
                        </a:rPr>
                        <a:t>Etiqueta</a:t>
                      </a:r>
                    </a:p>
                  </a:txBody>
                  <a:tcPr anchor="ctr" marL="64008" marR="64008" marT="18288" marB="18288"/>
                </a:tc>
                <a:tc>
                  <a:txBody>
                    <a:bodyPr/>
                    <a:lstStyle/>
                    <a:p>
                      <a:pPr marL="0" indent="0" algn="l">
                        <a:buNone/>
                      </a:pPr>
                      <a:r>
                        <a:rPr sz="1400" lang="es-MX" b="1">
                          <a:solidFill>
                            <a:srgbClr val="1B192E"/>
                          </a:solidFill>
                        </a:rPr>
                        <a:t>Descripción</a:t>
                      </a:r>
                    </a:p>
                  </a:txBody>
                  <a:tcPr anchor="ctr" marL="64008" marR="64008" marT="18288" marB="18288"/>
                </a:tc>
                <a:tc>
                  <a:txBody>
                    <a:bodyPr/>
                    <a:lstStyle/>
                    <a:p>
                      <a:pPr marL="0" indent="0" algn="r">
                        <a:buNone/>
                      </a:pPr>
                      <a:r>
                        <a:rPr sz="1400" lang="es-MX" b="1">
                          <a:solidFill>
                            <a:srgbClr val="1B192E"/>
                          </a:solidFill>
                        </a:rPr>
                        <a:t>Precisión</a:t>
                      </a:r>
                    </a:p>
                  </a:txBody>
                  <a:tcPr anchor="ctr" marL="64008" marR="64008" marT="18288" marB="18288"/>
                </a:tc>
                <a:tc>
                  <a:txBody>
                    <a:bodyPr/>
                    <a:lstStyle/>
                    <a:p>
                      <a:pPr marL="0" indent="0" algn="r">
                        <a:buNone/>
                      </a:pPr>
                      <a:r>
                        <a:rPr sz="1400" lang="es-MX" b="1">
                          <a:solidFill>
                            <a:srgbClr val="1B192E"/>
                          </a:solidFill>
                        </a:rPr>
                        <a:t>Recall</a:t>
                      </a:r>
                    </a:p>
                  </a:txBody>
                  <a:tcPr anchor="ctr" marL="64008" marR="64008" marT="18288" marB="18288"/>
                </a:tc>
                <a:tc>
                  <a:txBody>
                    <a:bodyPr/>
                    <a:lstStyle/>
                    <a:p>
                      <a:pPr marL="0" indent="0" algn="r">
                        <a:buNone/>
                      </a:pPr>
                      <a:r>
                        <a:rPr sz="1400" lang="es-MX" b="1">
                          <a:solidFill>
                            <a:srgbClr val="1B192E"/>
                          </a:solidFill>
                        </a:rPr>
                        <a:t>F1</a:t>
                      </a:r>
                    </a:p>
                  </a:txBody>
                  <a:tcPr anchor="ctr" marL="64008" marR="64008" marT="18288" marB="18288"/>
                </a:tc>
                <a:tc>
                  <a:txBody>
                    <a:bodyPr/>
                    <a:lstStyle/>
                    <a:p>
                      <a:pPr marL="0" indent="0" algn="r">
                        <a:buNone/>
                      </a:pPr>
                      <a:r>
                        <a:rPr sz="1400" lang="es-MX" b="1">
                          <a:solidFill>
                            <a:srgbClr val="1B192E"/>
                          </a:solidFill>
                        </a:rPr>
                        <a:t>PR-AUC</a:t>
                      </a:r>
                    </a:p>
                  </a:txBody>
                  <a:tcPr anchor="ctr" marL="64008" marR="64008" marT="18288" marB="18288"/>
                </a:tc>
                <a:tc>
                  <a:txBody>
                    <a:bodyPr/>
                    <a:lstStyle/>
                    <a:p>
                      <a:pPr marL="0" indent="0" algn="r">
                        <a:buNone/>
                      </a:pPr>
                      <a:r>
                        <a:rPr sz="1400" lang="es-MX" b="1">
                          <a:solidFill>
                            <a:srgbClr val="1B192E"/>
                          </a:solidFill>
                        </a:rPr>
                        <a:t>Soporte</a:t>
                      </a:r>
                    </a:p>
                  </a:txBody>
                  <a:tcPr anchor="ctr" marL="64008" marR="64008" marT="18288" marB="18288"/>
                </a:tc>
                <a:tc>
                  <a:txBody>
                    <a:bodyPr/>
                    <a:lstStyle/>
                    <a:p>
                      <a:pPr marL="0" indent="0" algn="r">
                        <a:buNone/>
                      </a:pPr>
                      <a:r>
                        <a:rPr sz="1400" lang="es-MX" b="1">
                          <a:solidFill>
                            <a:srgbClr val="1B192E"/>
                          </a:solidFill>
                        </a:rPr>
                        <a:t>F1 de B2</a:t>
                      </a:r>
                    </a:p>
                  </a:txBody>
                  <a:tcPr anchor="ctr" marL="64008" marR="64008" marT="18288" marB="18288"/>
                </a:tc>
              </a:tr>
              <a:tr h="355600">
                <a:tc>
                  <a:txBody>
                    <a:bodyPr/>
                    <a:lstStyle/>
                    <a:p>
                      <a:pPr marL="0" indent="0" algn="l">
                        <a:buNone/>
                      </a:pPr>
                      <a:r>
                        <a:rPr sz="1400" lang="es-MX">
                          <a:solidFill>
                            <a:srgbClr val="FFFFFF"/>
                          </a:solidFill>
                        </a:rPr>
                        <a:t>crec</a:t>
                      </a:r>
                    </a:p>
                  </a:txBody>
                  <a:tcPr anchor="ctr" marL="64008" marR="64008" marT="18288" marB="18288"/>
                </a:tc>
                <a:tc>
                  <a:txBody>
                    <a:bodyPr/>
                    <a:lstStyle/>
                    <a:p>
                      <a:pPr marL="0" indent="0" algn="l">
                        <a:buNone/>
                      </a:pPr>
                      <a:r>
                        <a:rPr sz="1400" lang="es-MX">
                          <a:solidFill>
                            <a:srgbClr val="FFFFFF"/>
                          </a:solidFill>
                        </a:rPr>
                        <a:t>crecimiento sin uso específico</a:t>
                      </a:r>
                    </a:p>
                  </a:txBody>
                  <a:tcPr anchor="ctr" marL="64008" marR="64008" marT="18288" marB="18288"/>
                </a:tc>
                <a:tc>
                  <a:txBody>
                    <a:bodyPr/>
                    <a:lstStyle/>
                    <a:p>
                      <a:pPr marL="0" indent="0" algn="r">
                        <a:buNone/>
                      </a:pPr>
                      <a:r>
                        <a:rPr sz="1400" lang="es-MX">
                          <a:solidFill>
                            <a:srgbClr val="FFFFFF"/>
                          </a:solidFill>
                        </a:rPr>
                        <a:t>0.587</a:t>
                      </a:r>
                    </a:p>
                  </a:txBody>
                  <a:tcPr anchor="ctr" marL="64008" marR="64008" marT="18288" marB="18288"/>
                </a:tc>
                <a:tc>
                  <a:txBody>
                    <a:bodyPr/>
                    <a:lstStyle/>
                    <a:p>
                      <a:pPr marL="0" indent="0" algn="r">
                        <a:buNone/>
                      </a:pPr>
                      <a:r>
                        <a:rPr sz="1400" lang="es-MX">
                          <a:solidFill>
                            <a:srgbClr val="FFFFFF"/>
                          </a:solidFill>
                        </a:rPr>
                        <a:t>0.693</a:t>
                      </a:r>
                    </a:p>
                  </a:txBody>
                  <a:tcPr anchor="ctr" marL="64008" marR="64008" marT="18288" marB="18288"/>
                </a:tc>
                <a:tc>
                  <a:txBody>
                    <a:bodyPr/>
                    <a:lstStyle/>
                    <a:p>
                      <a:pPr marL="0" indent="0" algn="r">
                        <a:buNone/>
                      </a:pPr>
                      <a:r>
                        <a:rPr sz="1400" lang="es-MX">
                          <a:solidFill>
                            <a:srgbClr val="FFFFFF"/>
                          </a:solidFill>
                        </a:rPr>
                        <a:t>0.635</a:t>
                      </a:r>
                    </a:p>
                  </a:txBody>
                  <a:tcPr anchor="ctr" marL="64008" marR="64008" marT="18288" marB="18288"/>
                </a:tc>
                <a:tc>
                  <a:txBody>
                    <a:bodyPr/>
                    <a:lstStyle/>
                    <a:p>
                      <a:pPr marL="0" indent="0" algn="r">
                        <a:buNone/>
                      </a:pPr>
                      <a:r>
                        <a:rPr sz="1400" lang="es-MX">
                          <a:solidFill>
                            <a:srgbClr val="FFFFFF"/>
                          </a:solidFill>
                        </a:rPr>
                        <a:t>0.697</a:t>
                      </a:r>
                    </a:p>
                  </a:txBody>
                  <a:tcPr anchor="ctr" marL="64008" marR="64008" marT="18288" marB="18288"/>
                </a:tc>
                <a:tc>
                  <a:txBody>
                    <a:bodyPr/>
                    <a:lstStyle/>
                    <a:p>
                      <a:pPr marL="0" indent="0" algn="r">
                        <a:buNone/>
                      </a:pPr>
                      <a:r>
                        <a:rPr sz="1400" lang="es-MX">
                          <a:solidFill>
                            <a:srgbClr val="FFFFFF"/>
                          </a:solidFill>
                        </a:rPr>
                        <a:t>88</a:t>
                      </a:r>
                    </a:p>
                  </a:txBody>
                  <a:tcPr anchor="ctr" marL="64008" marR="64008" marT="18288" marB="18288"/>
                </a:tc>
                <a:tc>
                  <a:txBody>
                    <a:bodyPr/>
                    <a:lstStyle/>
                    <a:p>
                      <a:pPr marL="0" indent="0" algn="r">
                        <a:buNone/>
                      </a:pPr>
                      <a:r>
                        <a:rPr sz="1400" lang="es-MX">
                          <a:solidFill>
                            <a:srgbClr val="FFFFFF"/>
                          </a:solidFill>
                        </a:rPr>
                        <a:t>0.553</a:t>
                      </a:r>
                    </a:p>
                  </a:txBody>
                  <a:tcPr anchor="ctr" marL="64008" marR="64008" marT="18288" marB="18288"/>
                </a:tc>
              </a:tr>
              <a:tr h="355600">
                <a:tc>
                  <a:txBody>
                    <a:bodyPr/>
                    <a:lstStyle/>
                    <a:p>
                      <a:pPr marL="0" indent="0" algn="l">
                        <a:buNone/>
                      </a:pPr>
                      <a:r>
                        <a:rPr sz="1400" lang="es-MX">
                          <a:solidFill>
                            <a:srgbClr val="FFFFFF"/>
                          </a:solidFill>
                        </a:rPr>
                        <a:t>cred</a:t>
                      </a:r>
                    </a:p>
                  </a:txBody>
                  <a:tcPr anchor="ctr" marL="64008" marR="64008" marT="18288" marB="18288"/>
                </a:tc>
                <a:tc>
                  <a:txBody>
                    <a:bodyPr/>
                    <a:lstStyle/>
                    <a:p>
                      <a:pPr marL="0" indent="0" algn="l">
                        <a:buNone/>
                      </a:pPr>
                      <a:r>
                        <a:rPr sz="1400" lang="es-MX">
                          <a:solidFill>
                            <a:srgbClr val="FFFFFF"/>
                          </a:solidFill>
                        </a:rPr>
                        <a:t>pago de deudas</a:t>
                      </a:r>
                    </a:p>
                  </a:txBody>
                  <a:tcPr anchor="ctr" marL="64008" marR="64008" marT="18288" marB="18288"/>
                </a:tc>
                <a:tc>
                  <a:txBody>
                    <a:bodyPr/>
                    <a:lstStyle/>
                    <a:p>
                      <a:pPr marL="0" indent="0" algn="r">
                        <a:buNone/>
                      </a:pPr>
                      <a:r>
                        <a:rPr sz="1400" lang="es-MX">
                          <a:solidFill>
                            <a:srgbClr val="FFFFFF"/>
                          </a:solidFill>
                        </a:rPr>
                        <a:t>0.779</a:t>
                      </a:r>
                    </a:p>
                  </a:txBody>
                  <a:tcPr anchor="ctr" marL="64008" marR="64008" marT="18288" marB="18288"/>
                </a:tc>
                <a:tc>
                  <a:txBody>
                    <a:bodyPr/>
                    <a:lstStyle/>
                    <a:p>
                      <a:pPr marL="0" indent="0" algn="r">
                        <a:buNone/>
                      </a:pPr>
                      <a:r>
                        <a:rPr sz="1400" lang="es-MX">
                          <a:solidFill>
                            <a:srgbClr val="FFFFFF"/>
                          </a:solidFill>
                        </a:rPr>
                        <a:t>0.828</a:t>
                      </a:r>
                    </a:p>
                  </a:txBody>
                  <a:tcPr anchor="ctr" marL="64008" marR="64008" marT="18288" marB="18288"/>
                </a:tc>
                <a:tc>
                  <a:txBody>
                    <a:bodyPr/>
                    <a:lstStyle/>
                    <a:p>
                      <a:pPr marL="0" indent="0" algn="r">
                        <a:buNone/>
                      </a:pPr>
                      <a:r>
                        <a:rPr sz="1400" lang="es-MX">
                          <a:solidFill>
                            <a:srgbClr val="FFFFFF"/>
                          </a:solidFill>
                        </a:rPr>
                        <a:t>0.803</a:t>
                      </a:r>
                    </a:p>
                  </a:txBody>
                  <a:tcPr anchor="ctr" marL="64008" marR="64008" marT="18288" marB="18288"/>
                </a:tc>
                <a:tc>
                  <a:txBody>
                    <a:bodyPr/>
                    <a:lstStyle/>
                    <a:p>
                      <a:pPr marL="0" indent="0" algn="r">
                        <a:buNone/>
                      </a:pPr>
                      <a:r>
                        <a:rPr sz="1400" lang="es-MX">
                          <a:solidFill>
                            <a:srgbClr val="FFFFFF"/>
                          </a:solidFill>
                        </a:rPr>
                        <a:t>0.856</a:t>
                      </a:r>
                    </a:p>
                  </a:txBody>
                  <a:tcPr anchor="ctr" marL="64008" marR="64008" marT="18288" marB="18288"/>
                </a:tc>
                <a:tc>
                  <a:txBody>
                    <a:bodyPr/>
                    <a:lstStyle/>
                    <a:p>
                      <a:pPr marL="0" indent="0" algn="r">
                        <a:buNone/>
                      </a:pPr>
                      <a:r>
                        <a:rPr sz="1400" lang="es-MX">
                          <a:solidFill>
                            <a:srgbClr val="FFFFFF"/>
                          </a:solidFill>
                        </a:rPr>
                        <a:t>64</a:t>
                      </a:r>
                    </a:p>
                  </a:txBody>
                  <a:tcPr anchor="ctr" marL="64008" marR="64008" marT="18288" marB="18288"/>
                </a:tc>
                <a:tc>
                  <a:txBody>
                    <a:bodyPr/>
                    <a:lstStyle/>
                    <a:p>
                      <a:pPr marL="0" indent="0" algn="r">
                        <a:buNone/>
                      </a:pPr>
                      <a:r>
                        <a:rPr sz="1400" lang="es-MX">
                          <a:solidFill>
                            <a:srgbClr val="FFFFFF"/>
                          </a:solidFill>
                        </a:rPr>
                        <a:t>0.791</a:t>
                      </a:r>
                    </a:p>
                  </a:txBody>
                  <a:tcPr anchor="ctr" marL="64008" marR="64008" marT="18288" marB="18288"/>
                </a:tc>
              </a:tr>
              <a:tr h="355600">
                <a:tc>
                  <a:txBody>
                    <a:bodyPr/>
                    <a:lstStyle/>
                    <a:p>
                      <a:pPr marL="0" indent="0" algn="l">
                        <a:buNone/>
                      </a:pPr>
                      <a:r>
                        <a:rPr sz="1400" lang="es-MX">
                          <a:solidFill>
                            <a:srgbClr val="FFFFFF"/>
                          </a:solidFill>
                        </a:rPr>
                        <a:t>equ</a:t>
                      </a:r>
                    </a:p>
                  </a:txBody>
                  <a:tcPr anchor="ctr" marL="64008" marR="64008" marT="18288" marB="18288"/>
                </a:tc>
                <a:tc>
                  <a:txBody>
                    <a:bodyPr/>
                    <a:lstStyle/>
                    <a:p>
                      <a:pPr marL="0" indent="0" algn="l">
                        <a:buNone/>
                      </a:pPr>
                      <a:r>
                        <a:rPr sz="1400" lang="es-MX">
                          <a:solidFill>
                            <a:srgbClr val="FFFFFF"/>
                          </a:solidFill>
                        </a:rPr>
                        <a:t>equipo</a:t>
                      </a:r>
                    </a:p>
                  </a:txBody>
                  <a:tcPr anchor="ctr" marL="64008" marR="64008" marT="18288" marB="18288"/>
                </a:tc>
                <a:tc>
                  <a:txBody>
                    <a:bodyPr/>
                    <a:lstStyle/>
                    <a:p>
                      <a:pPr marL="0" indent="0" algn="r">
                        <a:buNone/>
                      </a:pPr>
                      <a:r>
                        <a:rPr sz="1400" lang="es-MX">
                          <a:solidFill>
                            <a:srgbClr val="FFFFFF"/>
                          </a:solidFill>
                        </a:rPr>
                        <a:t>0.837</a:t>
                      </a:r>
                    </a:p>
                  </a:txBody>
                  <a:tcPr anchor="ctr" marL="64008" marR="64008" marT="18288" marB="18288"/>
                </a:tc>
                <a:tc>
                  <a:txBody>
                    <a:bodyPr/>
                    <a:lstStyle/>
                    <a:p>
                      <a:pPr marL="0" indent="0" algn="r">
                        <a:buNone/>
                      </a:pPr>
                      <a:r>
                        <a:rPr sz="1400" lang="es-MX">
                          <a:solidFill>
                            <a:srgbClr val="FFFFFF"/>
                          </a:solidFill>
                        </a:rPr>
                        <a:t>0.843</a:t>
                      </a:r>
                    </a:p>
                  </a:txBody>
                  <a:tcPr anchor="ctr" marL="64008" marR="64008" marT="18288" marB="18288"/>
                </a:tc>
                <a:tc>
                  <a:txBody>
                    <a:bodyPr/>
                    <a:lstStyle/>
                    <a:p>
                      <a:pPr marL="0" indent="0" algn="r">
                        <a:buNone/>
                      </a:pPr>
                      <a:r>
                        <a:rPr sz="1400" lang="es-MX">
                          <a:solidFill>
                            <a:srgbClr val="FFFFFF"/>
                          </a:solidFill>
                        </a:rPr>
                        <a:t>0.840</a:t>
                      </a:r>
                    </a:p>
                  </a:txBody>
                  <a:tcPr anchor="ctr" marL="64008" marR="64008" marT="18288" marB="18288"/>
                </a:tc>
                <a:tc>
                  <a:txBody>
                    <a:bodyPr/>
                    <a:lstStyle/>
                    <a:p>
                      <a:pPr marL="0" indent="0" algn="r">
                        <a:buNone/>
                      </a:pPr>
                      <a:r>
                        <a:rPr sz="1400" lang="es-MX">
                          <a:solidFill>
                            <a:srgbClr val="FFFFFF"/>
                          </a:solidFill>
                        </a:rPr>
                        <a:t>0.912</a:t>
                      </a:r>
                    </a:p>
                  </a:txBody>
                  <a:tcPr anchor="ctr" marL="64008" marR="64008" marT="18288" marB="18288"/>
                </a:tc>
                <a:tc>
                  <a:txBody>
                    <a:bodyPr/>
                    <a:lstStyle/>
                    <a:p>
                      <a:pPr marL="0" indent="0" algn="r">
                        <a:buNone/>
                      </a:pPr>
                      <a:r>
                        <a:rPr sz="1400" lang="es-MX">
                          <a:solidFill>
                            <a:srgbClr val="FFFFFF"/>
                          </a:solidFill>
                        </a:rPr>
                        <a:t>299</a:t>
                      </a:r>
                    </a:p>
                  </a:txBody>
                  <a:tcPr anchor="ctr" marL="64008" marR="64008" marT="18288" marB="18288"/>
                </a:tc>
                <a:tc>
                  <a:txBody>
                    <a:bodyPr/>
                    <a:lstStyle/>
                    <a:p>
                      <a:pPr marL="0" indent="0" algn="r">
                        <a:buNone/>
                      </a:pPr>
                      <a:r>
                        <a:rPr sz="1400" lang="es-MX">
                          <a:solidFill>
                            <a:srgbClr val="FFFFFF"/>
                          </a:solidFill>
                        </a:rPr>
                        <a:t>0.831</a:t>
                      </a:r>
                    </a:p>
                  </a:txBody>
                  <a:tcPr anchor="ctr" marL="64008" marR="64008" marT="18288" marB="18288"/>
                </a:tc>
              </a:tr>
              <a:tr h="355600">
                <a:tc>
                  <a:txBody>
                    <a:bodyPr/>
                    <a:lstStyle/>
                    <a:p>
                      <a:pPr marL="0" indent="0" algn="l">
                        <a:buNone/>
                      </a:pPr>
                      <a:r>
                        <a:rPr sz="1400" lang="es-MX">
                          <a:solidFill>
                            <a:srgbClr val="FFFFFF"/>
                          </a:solidFill>
                        </a:rPr>
                        <a:t>inic</a:t>
                      </a:r>
                    </a:p>
                  </a:txBody>
                  <a:tcPr anchor="ctr" marL="64008" marR="64008" marT="18288" marB="18288"/>
                </a:tc>
                <a:tc>
                  <a:txBody>
                    <a:bodyPr/>
                    <a:lstStyle/>
                    <a:p>
                      <a:pPr marL="0" indent="0" algn="l">
                        <a:buNone/>
                      </a:pPr>
                      <a:r>
                        <a:rPr sz="1400" lang="es-MX">
                          <a:solidFill>
                            <a:srgbClr val="FFFFFF"/>
                          </a:solidFill>
                        </a:rPr>
                        <a:t>iniciar un negocio</a:t>
                      </a:r>
                    </a:p>
                  </a:txBody>
                  <a:tcPr anchor="ctr" marL="64008" marR="64008" marT="18288" marB="18288"/>
                </a:tc>
                <a:tc>
                  <a:txBody>
                    <a:bodyPr/>
                    <a:lstStyle/>
                    <a:p>
                      <a:pPr marL="0" indent="0" algn="r">
                        <a:buNone/>
                      </a:pPr>
                      <a:r>
                        <a:rPr sz="1400" lang="es-MX">
                          <a:solidFill>
                            <a:srgbClr val="FFFFFF"/>
                          </a:solidFill>
                        </a:rPr>
                        <a:t>0.651</a:t>
                      </a:r>
                    </a:p>
                  </a:txBody>
                  <a:tcPr anchor="ctr" marL="64008" marR="64008" marT="18288" marB="18288"/>
                </a:tc>
                <a:tc>
                  <a:txBody>
                    <a:bodyPr/>
                    <a:lstStyle/>
                    <a:p>
                      <a:pPr marL="0" indent="0" algn="r">
                        <a:buNone/>
                      </a:pPr>
                      <a:r>
                        <a:rPr sz="1400" lang="es-MX">
                          <a:solidFill>
                            <a:srgbClr val="FFFFFF"/>
                          </a:solidFill>
                        </a:rPr>
                        <a:t>0.719</a:t>
                      </a:r>
                    </a:p>
                  </a:txBody>
                  <a:tcPr anchor="ctr" marL="64008" marR="64008" marT="18288" marB="18288"/>
                </a:tc>
                <a:tc>
                  <a:txBody>
                    <a:bodyPr/>
                    <a:lstStyle/>
                    <a:p>
                      <a:pPr marL="0" indent="0" algn="r">
                        <a:buNone/>
                      </a:pPr>
                      <a:r>
                        <a:rPr sz="1400" lang="es-MX">
                          <a:solidFill>
                            <a:srgbClr val="FFFFFF"/>
                          </a:solidFill>
                        </a:rPr>
                        <a:t>0.683</a:t>
                      </a:r>
                    </a:p>
                  </a:txBody>
                  <a:tcPr anchor="ctr" marL="64008" marR="64008" marT="18288" marB="18288"/>
                </a:tc>
                <a:tc>
                  <a:txBody>
                    <a:bodyPr/>
                    <a:lstStyle/>
                    <a:p>
                      <a:pPr marL="0" indent="0" algn="r">
                        <a:buNone/>
                      </a:pPr>
                      <a:r>
                        <a:rPr sz="1400" lang="es-MX">
                          <a:solidFill>
                            <a:srgbClr val="FFFFFF"/>
                          </a:solidFill>
                        </a:rPr>
                        <a:t>0.728</a:t>
                      </a:r>
                    </a:p>
                  </a:txBody>
                  <a:tcPr anchor="ctr" marL="64008" marR="64008" marT="18288" marB="18288"/>
                </a:tc>
                <a:tc>
                  <a:txBody>
                    <a:bodyPr/>
                    <a:lstStyle/>
                    <a:p>
                      <a:pPr marL="0" indent="0" algn="r">
                        <a:buNone/>
                      </a:pPr>
                      <a:r>
                        <a:rPr sz="1400" lang="es-MX">
                          <a:solidFill>
                            <a:srgbClr val="FFFFFF"/>
                          </a:solidFill>
                        </a:rPr>
                        <a:t>57</a:t>
                      </a:r>
                    </a:p>
                  </a:txBody>
                  <a:tcPr anchor="ctr" marL="64008" marR="64008" marT="18288" marB="18288"/>
                </a:tc>
                <a:tc>
                  <a:txBody>
                    <a:bodyPr/>
                    <a:lstStyle/>
                    <a:p>
                      <a:pPr marL="0" indent="0" algn="r">
                        <a:buNone/>
                      </a:pPr>
                      <a:r>
                        <a:rPr sz="1400" lang="es-MX">
                          <a:solidFill>
                            <a:srgbClr val="FFFFFF"/>
                          </a:solidFill>
                        </a:rPr>
                        <a:t>0.630</a:t>
                      </a:r>
                    </a:p>
                  </a:txBody>
                  <a:tcPr anchor="ctr" marL="64008" marR="64008" marT="18288" marB="18288"/>
                </a:tc>
              </a:tr>
              <a:tr h="355600">
                <a:tc>
                  <a:txBody>
                    <a:bodyPr/>
                    <a:lstStyle/>
                    <a:p>
                      <a:pPr marL="0" indent="0" algn="l">
                        <a:buNone/>
                      </a:pPr>
                      <a:r>
                        <a:rPr sz="1400" lang="es-MX">
                          <a:solidFill>
                            <a:srgbClr val="FFFFFF"/>
                          </a:solidFill>
                        </a:rPr>
                        <a:t>inv</a:t>
                      </a:r>
                    </a:p>
                  </a:txBody>
                  <a:tcPr anchor="ctr" marL="64008" marR="64008" marT="18288" marB="18288"/>
                </a:tc>
                <a:tc>
                  <a:txBody>
                    <a:bodyPr/>
                    <a:lstStyle/>
                    <a:p>
                      <a:pPr marL="0" indent="0" algn="l">
                        <a:buNone/>
                      </a:pPr>
                      <a:r>
                        <a:rPr sz="1400" lang="es-MX">
                          <a:solidFill>
                            <a:srgbClr val="FFFFFF"/>
                          </a:solidFill>
                        </a:rPr>
                        <a:t>inventario o mercancía</a:t>
                      </a:r>
                    </a:p>
                  </a:txBody>
                  <a:tcPr anchor="ctr" marL="64008" marR="64008" marT="18288" marB="18288"/>
                </a:tc>
                <a:tc>
                  <a:txBody>
                    <a:bodyPr/>
                    <a:lstStyle/>
                    <a:p>
                      <a:pPr marL="0" indent="0" algn="r">
                        <a:buNone/>
                      </a:pPr>
                      <a:r>
                        <a:rPr sz="1400" lang="es-MX">
                          <a:solidFill>
                            <a:srgbClr val="FFFFFF"/>
                          </a:solidFill>
                        </a:rPr>
                        <a:t>0.797</a:t>
                      </a:r>
                    </a:p>
                  </a:txBody>
                  <a:tcPr anchor="ctr" marL="64008" marR="64008" marT="18288" marB="18288"/>
                </a:tc>
                <a:tc>
                  <a:txBody>
                    <a:bodyPr/>
                    <a:lstStyle/>
                    <a:p>
                      <a:pPr marL="0" indent="0" algn="r">
                        <a:buNone/>
                      </a:pPr>
                      <a:r>
                        <a:rPr sz="1400" lang="es-MX">
                          <a:solidFill>
                            <a:srgbClr val="FFFFFF"/>
                          </a:solidFill>
                        </a:rPr>
                        <a:t>0.903</a:t>
                      </a:r>
                    </a:p>
                  </a:txBody>
                  <a:tcPr anchor="ctr" marL="64008" marR="64008" marT="18288" marB="18288"/>
                </a:tc>
                <a:tc>
                  <a:txBody>
                    <a:bodyPr/>
                    <a:lstStyle/>
                    <a:p>
                      <a:pPr marL="0" indent="0" algn="r">
                        <a:buNone/>
                      </a:pPr>
                      <a:r>
                        <a:rPr sz="1400" lang="es-MX">
                          <a:solidFill>
                            <a:srgbClr val="FFFFFF"/>
                          </a:solidFill>
                        </a:rPr>
                        <a:t>0.847</a:t>
                      </a:r>
                    </a:p>
                  </a:txBody>
                  <a:tcPr anchor="ctr" marL="64008" marR="64008" marT="18288" marB="18288"/>
                </a:tc>
                <a:tc>
                  <a:txBody>
                    <a:bodyPr/>
                    <a:lstStyle/>
                    <a:p>
                      <a:pPr marL="0" indent="0" algn="r">
                        <a:buNone/>
                      </a:pPr>
                      <a:r>
                        <a:rPr sz="1400" lang="es-MX">
                          <a:solidFill>
                            <a:srgbClr val="FFFFFF"/>
                          </a:solidFill>
                        </a:rPr>
                        <a:t>0.911</a:t>
                      </a:r>
                    </a:p>
                  </a:txBody>
                  <a:tcPr anchor="ctr" marL="64008" marR="64008" marT="18288" marB="18288"/>
                </a:tc>
                <a:tc>
                  <a:txBody>
                    <a:bodyPr/>
                    <a:lstStyle/>
                    <a:p>
                      <a:pPr marL="0" indent="0" algn="r">
                        <a:buNone/>
                      </a:pPr>
                      <a:r>
                        <a:rPr sz="1400" lang="es-MX">
                          <a:solidFill>
                            <a:srgbClr val="FFFFFF"/>
                          </a:solidFill>
                        </a:rPr>
                        <a:t>349</a:t>
                      </a:r>
                    </a:p>
                  </a:txBody>
                  <a:tcPr anchor="ctr" marL="64008" marR="64008" marT="18288" marB="18288"/>
                </a:tc>
                <a:tc>
                  <a:txBody>
                    <a:bodyPr/>
                    <a:lstStyle/>
                    <a:p>
                      <a:pPr marL="0" indent="0" algn="r">
                        <a:buNone/>
                      </a:pPr>
                      <a:r>
                        <a:rPr sz="1400" lang="es-MX">
                          <a:solidFill>
                            <a:srgbClr val="FFFFFF"/>
                          </a:solidFill>
                        </a:rPr>
                        <a:t>0.836</a:t>
                      </a:r>
                    </a:p>
                  </a:txBody>
                  <a:tcPr anchor="ctr" marL="64008" marR="64008" marT="18288" marB="18288"/>
                </a:tc>
              </a:tr>
              <a:tr h="355600">
                <a:tc>
                  <a:txBody>
                    <a:bodyPr/>
                    <a:lstStyle/>
                    <a:p>
                      <a:pPr marL="0" indent="0" algn="l">
                        <a:buNone/>
                      </a:pPr>
                      <a:r>
                        <a:rPr sz="1400" lang="es-MX">
                          <a:solidFill>
                            <a:srgbClr val="FFFFFF"/>
                          </a:solidFill>
                        </a:rPr>
                        <a:t>mkt</a:t>
                      </a:r>
                    </a:p>
                  </a:txBody>
                  <a:tcPr anchor="ctr" marL="64008" marR="64008" marT="18288" marB="18288"/>
                </a:tc>
                <a:tc>
                  <a:txBody>
                    <a:bodyPr/>
                    <a:lstStyle/>
                    <a:p>
                      <a:pPr marL="0" indent="0" algn="l">
                        <a:buNone/>
                      </a:pPr>
                      <a:r>
                        <a:rPr sz="1400" lang="es-MX">
                          <a:solidFill>
                            <a:srgbClr val="FFFFFF"/>
                          </a:solidFill>
                        </a:rPr>
                        <a:t>marketing</a:t>
                      </a:r>
                    </a:p>
                  </a:txBody>
                  <a:tcPr anchor="ctr" marL="64008" marR="64008" marT="18288" marB="18288"/>
                </a:tc>
                <a:tc>
                  <a:txBody>
                    <a:bodyPr/>
                    <a:lstStyle/>
                    <a:p>
                      <a:pPr marL="0" indent="0" algn="r">
                        <a:buNone/>
                      </a:pPr>
                      <a:r>
                        <a:rPr sz="1400" lang="es-MX">
                          <a:solidFill>
                            <a:srgbClr val="FFFFFF"/>
                          </a:solidFill>
                        </a:rPr>
                        <a:t>0.842</a:t>
                      </a:r>
                    </a:p>
                  </a:txBody>
                  <a:tcPr anchor="ctr" marL="64008" marR="64008" marT="18288" marB="18288"/>
                </a:tc>
                <a:tc>
                  <a:txBody>
                    <a:bodyPr/>
                    <a:lstStyle/>
                    <a:p>
                      <a:pPr marL="0" indent="0" algn="r">
                        <a:buNone/>
                      </a:pPr>
                      <a:r>
                        <a:rPr sz="1400" lang="es-MX">
                          <a:solidFill>
                            <a:srgbClr val="FFFFFF"/>
                          </a:solidFill>
                        </a:rPr>
                        <a:t>0.941</a:t>
                      </a:r>
                    </a:p>
                  </a:txBody>
                  <a:tcPr anchor="ctr" marL="64008" marR="64008" marT="18288" marB="18288"/>
                </a:tc>
                <a:tc>
                  <a:txBody>
                    <a:bodyPr/>
                    <a:lstStyle/>
                    <a:p>
                      <a:pPr marL="0" indent="0" algn="r">
                        <a:buNone/>
                      </a:pPr>
                      <a:r>
                        <a:rPr sz="1400" lang="es-MX">
                          <a:solidFill>
                            <a:srgbClr val="FFFFFF"/>
                          </a:solidFill>
                        </a:rPr>
                        <a:t>0.889</a:t>
                      </a:r>
                    </a:p>
                  </a:txBody>
                  <a:tcPr anchor="ctr" marL="64008" marR="64008" marT="18288" marB="18288"/>
                </a:tc>
                <a:tc>
                  <a:txBody>
                    <a:bodyPr/>
                    <a:lstStyle/>
                    <a:p>
                      <a:pPr marL="0" indent="0" algn="r">
                        <a:buNone/>
                      </a:pPr>
                      <a:r>
                        <a:rPr sz="1400" lang="es-MX">
                          <a:solidFill>
                            <a:srgbClr val="FFFFFF"/>
                          </a:solidFill>
                        </a:rPr>
                        <a:t>0.967</a:t>
                      </a:r>
                    </a:p>
                  </a:txBody>
                  <a:tcPr anchor="ctr" marL="64008" marR="64008" marT="18288" marB="18288"/>
                </a:tc>
                <a:tc>
                  <a:txBody>
                    <a:bodyPr/>
                    <a:lstStyle/>
                    <a:p>
                      <a:pPr marL="0" indent="0" algn="r">
                        <a:buNone/>
                      </a:pPr>
                      <a:r>
                        <a:rPr sz="1400" lang="es-MX">
                          <a:solidFill>
                            <a:srgbClr val="FFFFFF"/>
                          </a:solidFill>
                        </a:rPr>
                        <a:t>51</a:t>
                      </a:r>
                    </a:p>
                  </a:txBody>
                  <a:tcPr anchor="ctr" marL="64008" marR="64008" marT="18288" marB="18288"/>
                </a:tc>
                <a:tc>
                  <a:txBody>
                    <a:bodyPr/>
                    <a:lstStyle/>
                    <a:p>
                      <a:pPr marL="0" indent="0" algn="r">
                        <a:buNone/>
                      </a:pPr>
                      <a:r>
                        <a:rPr sz="1400" lang="es-MX">
                          <a:solidFill>
                            <a:srgbClr val="FFFFFF"/>
                          </a:solidFill>
                        </a:rPr>
                        <a:t>0.873</a:t>
                      </a:r>
                    </a:p>
                  </a:txBody>
                  <a:tcPr anchor="ctr" marL="64008" marR="64008" marT="18288" marB="18288"/>
                </a:tc>
              </a:tr>
              <a:tr h="355600">
                <a:tc>
                  <a:txBody>
                    <a:bodyPr/>
                    <a:lstStyle/>
                    <a:p>
                      <a:pPr marL="0" indent="0" algn="l">
                        <a:buNone/>
                      </a:pPr>
                      <a:r>
                        <a:rPr sz="1400" lang="es-MX">
                          <a:solidFill>
                            <a:srgbClr val="FFFFFF"/>
                          </a:solidFill>
                        </a:rPr>
                        <a:t>no</a:t>
                      </a:r>
                    </a:p>
                  </a:txBody>
                  <a:tcPr anchor="ctr" marL="64008" marR="64008" marT="18288" marB="18288"/>
                </a:tc>
                <a:tc>
                  <a:txBody>
                    <a:bodyPr/>
                    <a:lstStyle/>
                    <a:p>
                      <a:pPr marL="0" indent="0" algn="l">
                        <a:buNone/>
                      </a:pPr>
                      <a:r>
                        <a:rPr sz="1400" lang="es-MX">
                          <a:solidFill>
                            <a:srgbClr val="FFFFFF"/>
                          </a:solidFill>
                        </a:rPr>
                        <a:t>no destinado a capital de trabajo</a:t>
                      </a:r>
                    </a:p>
                  </a:txBody>
                  <a:tcPr anchor="ctr" marL="64008" marR="64008" marT="18288" marB="18288"/>
                </a:tc>
                <a:tc>
                  <a:txBody>
                    <a:bodyPr/>
                    <a:lstStyle/>
                    <a:p>
                      <a:pPr marL="0" indent="0" algn="r">
                        <a:buNone/>
                      </a:pPr>
                      <a:r>
                        <a:rPr sz="1400" lang="es-MX">
                          <a:solidFill>
                            <a:srgbClr val="FFFFFF"/>
                          </a:solidFill>
                        </a:rPr>
                        <a:t>0.839</a:t>
                      </a:r>
                    </a:p>
                  </a:txBody>
                  <a:tcPr anchor="ctr" marL="64008" marR="64008" marT="18288" marB="18288"/>
                </a:tc>
                <a:tc>
                  <a:txBody>
                    <a:bodyPr/>
                    <a:lstStyle/>
                    <a:p>
                      <a:pPr marL="0" indent="0" algn="r">
                        <a:buNone/>
                      </a:pPr>
                      <a:r>
                        <a:rPr sz="1400" lang="es-MX">
                          <a:solidFill>
                            <a:srgbClr val="FFFFFF"/>
                          </a:solidFill>
                        </a:rPr>
                        <a:t>0.788</a:t>
                      </a:r>
                    </a:p>
                  </a:txBody>
                  <a:tcPr anchor="ctr" marL="64008" marR="64008" marT="18288" marB="18288"/>
                </a:tc>
                <a:tc>
                  <a:txBody>
                    <a:bodyPr/>
                    <a:lstStyle/>
                    <a:p>
                      <a:pPr marL="0" indent="0" algn="r">
                        <a:buNone/>
                      </a:pPr>
                      <a:r>
                        <a:rPr sz="1400" lang="es-MX">
                          <a:solidFill>
                            <a:srgbClr val="FFFFFF"/>
                          </a:solidFill>
                        </a:rPr>
                        <a:t>0.812</a:t>
                      </a:r>
                    </a:p>
                  </a:txBody>
                  <a:tcPr anchor="ctr" marL="64008" marR="64008" marT="18288" marB="18288"/>
                </a:tc>
                <a:tc>
                  <a:txBody>
                    <a:bodyPr/>
                    <a:lstStyle/>
                    <a:p>
                      <a:pPr marL="0" indent="0" algn="r">
                        <a:buNone/>
                      </a:pPr>
                      <a:r>
                        <a:rPr sz="1400" lang="es-MX">
                          <a:solidFill>
                            <a:srgbClr val="FFFFFF"/>
                          </a:solidFill>
                        </a:rPr>
                        <a:t>0.836</a:t>
                      </a:r>
                    </a:p>
                  </a:txBody>
                  <a:tcPr anchor="ctr" marL="64008" marR="64008" marT="18288" marB="18288"/>
                </a:tc>
                <a:tc>
                  <a:txBody>
                    <a:bodyPr/>
                    <a:lstStyle/>
                    <a:p>
                      <a:pPr marL="0" indent="0" algn="r">
                        <a:buNone/>
                      </a:pPr>
                      <a:r>
                        <a:rPr sz="1400" lang="es-MX">
                          <a:solidFill>
                            <a:srgbClr val="FFFFFF"/>
                          </a:solidFill>
                        </a:rPr>
                        <a:t>66</a:t>
                      </a:r>
                    </a:p>
                  </a:txBody>
                  <a:tcPr anchor="ctr" marL="64008" marR="64008" marT="18288" marB="18288"/>
                </a:tc>
                <a:tc>
                  <a:txBody>
                    <a:bodyPr/>
                    <a:lstStyle/>
                    <a:p>
                      <a:pPr marL="0" indent="0" algn="r">
                        <a:buNone/>
                      </a:pPr>
                      <a:r>
                        <a:rPr sz="1400" lang="es-MX">
                          <a:solidFill>
                            <a:srgbClr val="FFFFFF"/>
                          </a:solidFill>
                        </a:rPr>
                        <a:t>0.719</a:t>
                      </a:r>
                    </a:p>
                  </a:txBody>
                  <a:tcPr anchor="ctr" marL="64008" marR="64008" marT="18288" marB="18288"/>
                </a:tc>
              </a:tr>
              <a:tr h="355600">
                <a:tc>
                  <a:txBody>
                    <a:bodyPr/>
                    <a:lstStyle/>
                    <a:p>
                      <a:pPr marL="0" indent="0" algn="l">
                        <a:buNone/>
                      </a:pPr>
                      <a:r>
                        <a:rPr sz="1400" lang="es-MX">
                          <a:solidFill>
                            <a:srgbClr val="FFFFFF"/>
                          </a:solidFill>
                        </a:rPr>
                        <a:t>renta</a:t>
                      </a:r>
                    </a:p>
                  </a:txBody>
                  <a:tcPr anchor="ctr" marL="64008" marR="64008" marT="18288" marB="18288"/>
                </a:tc>
                <a:tc>
                  <a:txBody>
                    <a:bodyPr/>
                    <a:lstStyle/>
                    <a:p>
                      <a:pPr marL="0" indent="0" algn="l">
                        <a:buNone/>
                      </a:pPr>
                      <a:r>
                        <a:rPr sz="1400" lang="es-MX">
                          <a:solidFill>
                            <a:srgbClr val="FFFFFF"/>
                          </a:solidFill>
                        </a:rPr>
                        <a:t>renta</a:t>
                      </a:r>
                    </a:p>
                  </a:txBody>
                  <a:tcPr anchor="ctr" marL="64008" marR="64008" marT="18288" marB="18288"/>
                </a:tc>
                <a:tc>
                  <a:txBody>
                    <a:bodyPr/>
                    <a:lstStyle/>
                    <a:p>
                      <a:pPr marL="0" indent="0" algn="r">
                        <a:buNone/>
                      </a:pPr>
                      <a:r>
                        <a:rPr sz="1400" lang="es-MX">
                          <a:solidFill>
                            <a:srgbClr val="FFFFFF"/>
                          </a:solidFill>
                        </a:rPr>
                        <a:t>0.638</a:t>
                      </a:r>
                    </a:p>
                  </a:txBody>
                  <a:tcPr anchor="ctr" marL="64008" marR="64008" marT="18288" marB="18288"/>
                </a:tc>
                <a:tc>
                  <a:txBody>
                    <a:bodyPr/>
                    <a:lstStyle/>
                    <a:p>
                      <a:pPr marL="0" indent="0" algn="r">
                        <a:buNone/>
                      </a:pPr>
                      <a:r>
                        <a:rPr sz="1400" lang="es-MX">
                          <a:solidFill>
                            <a:srgbClr val="FFFFFF"/>
                          </a:solidFill>
                        </a:rPr>
                        <a:t>0.779</a:t>
                      </a:r>
                    </a:p>
                  </a:txBody>
                  <a:tcPr anchor="ctr" marL="64008" marR="64008" marT="18288" marB="18288"/>
                </a:tc>
                <a:tc>
                  <a:txBody>
                    <a:bodyPr/>
                    <a:lstStyle/>
                    <a:p>
                      <a:pPr marL="0" indent="0" algn="r">
                        <a:buNone/>
                      </a:pPr>
                      <a:r>
                        <a:rPr sz="1400" lang="es-MX">
                          <a:solidFill>
                            <a:srgbClr val="FFFFFF"/>
                          </a:solidFill>
                        </a:rPr>
                        <a:t>0.701</a:t>
                      </a:r>
                    </a:p>
                  </a:txBody>
                  <a:tcPr anchor="ctr" marL="64008" marR="64008" marT="18288" marB="18288"/>
                </a:tc>
                <a:tc>
                  <a:txBody>
                    <a:bodyPr/>
                    <a:lstStyle/>
                    <a:p>
                      <a:pPr marL="0" indent="0" algn="r">
                        <a:buNone/>
                      </a:pPr>
                      <a:r>
                        <a:rPr sz="1400" lang="es-MX">
                          <a:solidFill>
                            <a:srgbClr val="FFFFFF"/>
                          </a:solidFill>
                        </a:rPr>
                        <a:t>0.739</a:t>
                      </a:r>
                    </a:p>
                  </a:txBody>
                  <a:tcPr anchor="ctr" marL="64008" marR="64008" marT="18288" marB="18288"/>
                </a:tc>
                <a:tc>
                  <a:txBody>
                    <a:bodyPr/>
                    <a:lstStyle/>
                    <a:p>
                      <a:pPr marL="0" indent="0" algn="r">
                        <a:buNone/>
                      </a:pPr>
                      <a:r>
                        <a:rPr sz="1400" lang="es-MX">
                          <a:solidFill>
                            <a:srgbClr val="FFFFFF"/>
                          </a:solidFill>
                        </a:rPr>
                        <a:t>113</a:t>
                      </a:r>
                    </a:p>
                  </a:txBody>
                  <a:tcPr anchor="ctr" marL="64008" marR="64008" marT="18288" marB="18288"/>
                </a:tc>
                <a:tc>
                  <a:txBody>
                    <a:bodyPr/>
                    <a:lstStyle/>
                    <a:p>
                      <a:pPr marL="0" indent="0" algn="r">
                        <a:buNone/>
                      </a:pPr>
                      <a:r>
                        <a:rPr sz="1400" lang="es-MX">
                          <a:solidFill>
                            <a:srgbClr val="FFFFFF"/>
                          </a:solidFill>
                        </a:rPr>
                        <a:t>0.677</a:t>
                      </a:r>
                    </a:p>
                  </a:txBody>
                  <a:tcPr anchor="ctr" marL="64008" marR="64008" marT="18288" marB="18288"/>
                </a:tc>
              </a:tr>
              <a:tr h="355600">
                <a:tc>
                  <a:txBody>
                    <a:bodyPr/>
                    <a:lstStyle/>
                    <a:p>
                      <a:pPr marL="0" indent="0" algn="l">
                        <a:buNone/>
                      </a:pPr>
                      <a:r>
                        <a:rPr sz="1400" lang="es-MX">
                          <a:solidFill>
                            <a:srgbClr val="FFFFFF"/>
                          </a:solidFill>
                        </a:rPr>
                        <a:t>sueldo</a:t>
                      </a:r>
                    </a:p>
                  </a:txBody>
                  <a:tcPr anchor="ctr" marL="64008" marR="64008" marT="18288" marB="18288"/>
                </a:tc>
                <a:tc>
                  <a:txBody>
                    <a:bodyPr/>
                    <a:lstStyle/>
                    <a:p>
                      <a:pPr marL="0" indent="0" algn="l">
                        <a:buNone/>
                      </a:pPr>
                      <a:r>
                        <a:rPr sz="1400" lang="es-MX">
                          <a:solidFill>
                            <a:srgbClr val="FFFFFF"/>
                          </a:solidFill>
                        </a:rPr>
                        <a:t>nómina</a:t>
                      </a:r>
                    </a:p>
                  </a:txBody>
                  <a:tcPr anchor="ctr" marL="64008" marR="64008" marT="18288" marB="18288"/>
                </a:tc>
                <a:tc>
                  <a:txBody>
                    <a:bodyPr/>
                    <a:lstStyle/>
                    <a:p>
                      <a:pPr marL="0" indent="0" algn="r">
                        <a:buNone/>
                      </a:pPr>
                      <a:r>
                        <a:rPr sz="1400" lang="es-MX">
                          <a:solidFill>
                            <a:srgbClr val="FFFFFF"/>
                          </a:solidFill>
                        </a:rPr>
                        <a:t>0.580</a:t>
                      </a:r>
                    </a:p>
                  </a:txBody>
                  <a:tcPr anchor="ctr" marL="64008" marR="64008" marT="18288" marB="18288"/>
                </a:tc>
                <a:tc>
                  <a:txBody>
                    <a:bodyPr/>
                    <a:lstStyle/>
                    <a:p>
                      <a:pPr marL="0" indent="0" algn="r">
                        <a:buNone/>
                      </a:pPr>
                      <a:r>
                        <a:rPr sz="1400" lang="es-MX">
                          <a:solidFill>
                            <a:srgbClr val="FFFFFF"/>
                          </a:solidFill>
                        </a:rPr>
                        <a:t>0.906</a:t>
                      </a:r>
                    </a:p>
                  </a:txBody>
                  <a:tcPr anchor="ctr" marL="64008" marR="64008" marT="18288" marB="18288"/>
                </a:tc>
                <a:tc>
                  <a:txBody>
                    <a:bodyPr/>
                    <a:lstStyle/>
                    <a:p>
                      <a:pPr marL="0" indent="0" algn="r">
                        <a:buNone/>
                      </a:pPr>
                      <a:r>
                        <a:rPr sz="1400" lang="es-MX">
                          <a:solidFill>
                            <a:srgbClr val="FFFFFF"/>
                          </a:solidFill>
                        </a:rPr>
                        <a:t>0.707</a:t>
                      </a:r>
                    </a:p>
                  </a:txBody>
                  <a:tcPr anchor="ctr" marL="64008" marR="64008" marT="18288" marB="18288"/>
                </a:tc>
                <a:tc>
                  <a:txBody>
                    <a:bodyPr/>
                    <a:lstStyle/>
                    <a:p>
                      <a:pPr marL="0" indent="0" algn="r">
                        <a:buNone/>
                      </a:pPr>
                      <a:r>
                        <a:rPr sz="1400" lang="es-MX">
                          <a:solidFill>
                            <a:srgbClr val="FFFFFF"/>
                          </a:solidFill>
                        </a:rPr>
                        <a:t>0.757</a:t>
                      </a:r>
                    </a:p>
                  </a:txBody>
                  <a:tcPr anchor="ctr" marL="64008" marR="64008" marT="18288" marB="18288"/>
                </a:tc>
                <a:tc>
                  <a:txBody>
                    <a:bodyPr/>
                    <a:lstStyle/>
                    <a:p>
                      <a:pPr marL="0" indent="0" algn="r">
                        <a:buNone/>
                      </a:pPr>
                      <a:r>
                        <a:rPr sz="1400" lang="es-MX">
                          <a:solidFill>
                            <a:srgbClr val="FFFFFF"/>
                          </a:solidFill>
                        </a:rPr>
                        <a:t>32</a:t>
                      </a:r>
                    </a:p>
                  </a:txBody>
                  <a:tcPr anchor="ctr" marL="64008" marR="64008" marT="18288" marB="18288"/>
                </a:tc>
                <a:tc>
                  <a:txBody>
                    <a:bodyPr/>
                    <a:lstStyle/>
                    <a:p>
                      <a:pPr marL="0" indent="0" algn="r">
                        <a:buNone/>
                      </a:pPr>
                      <a:r>
                        <a:rPr sz="1400" lang="es-MX">
                          <a:solidFill>
                            <a:srgbClr val="FFFFFF"/>
                          </a:solidFill>
                        </a:rPr>
                        <a:t>0.639</a:t>
                      </a:r>
                    </a:p>
                  </a:txBody>
                  <a:tcPr anchor="ctr" marL="64008" marR="64008" marT="18288" marB="18288"/>
                </a:tc>
              </a:tr>
              <a:tr h="355600">
                <a:tc>
                  <a:txBody>
                    <a:bodyPr/>
                    <a:lstStyle/>
                    <a:p>
                      <a:pPr marL="0" indent="0" algn="l">
                        <a:buNone/>
                      </a:pPr>
                      <a:r>
                        <a:rPr sz="1400" lang="es-MX">
                          <a:solidFill>
                            <a:srgbClr val="FFFFFF"/>
                          </a:solidFill>
                        </a:rPr>
                        <a:t>temp</a:t>
                      </a:r>
                    </a:p>
                  </a:txBody>
                  <a:tcPr anchor="ctr" marL="64008" marR="64008" marT="18288" marB="18288"/>
                </a:tc>
                <a:tc>
                  <a:txBody>
                    <a:bodyPr/>
                    <a:lstStyle/>
                    <a:p>
                      <a:pPr marL="0" indent="0" algn="l">
                        <a:buNone/>
                      </a:pPr>
                      <a:r>
                        <a:rPr sz="1400" lang="es-MX">
                          <a:solidFill>
                            <a:srgbClr val="FFFFFF"/>
                          </a:solidFill>
                        </a:rPr>
                        <a:t>ventas de temporada</a:t>
                      </a:r>
                    </a:p>
                  </a:txBody>
                  <a:tcPr anchor="ctr" marL="64008" marR="64008" marT="18288" marB="18288"/>
                </a:tc>
                <a:tc>
                  <a:txBody>
                    <a:bodyPr/>
                    <a:lstStyle/>
                    <a:p>
                      <a:pPr marL="0" indent="0" algn="r">
                        <a:buNone/>
                      </a:pPr>
                      <a:r>
                        <a:rPr sz="1400" lang="es-MX">
                          <a:solidFill>
                            <a:srgbClr val="FFFFFF"/>
                          </a:solidFill>
                        </a:rPr>
                        <a:t>0.375</a:t>
                      </a:r>
                    </a:p>
                  </a:txBody>
                  <a:tcPr anchor="ctr" marL="64008" marR="64008" marT="18288" marB="18288"/>
                </a:tc>
                <a:tc>
                  <a:txBody>
                    <a:bodyPr/>
                    <a:lstStyle/>
                    <a:p>
                      <a:pPr marL="0" indent="0" algn="r">
                        <a:buNone/>
                      </a:pPr>
                      <a:r>
                        <a:rPr sz="1400" lang="es-MX">
                          <a:solidFill>
                            <a:srgbClr val="FFFFFF"/>
                          </a:solidFill>
                        </a:rPr>
                        <a:t>0.429</a:t>
                      </a:r>
                    </a:p>
                  </a:txBody>
                  <a:tcPr anchor="ctr" marL="64008" marR="64008" marT="18288" marB="18288"/>
                </a:tc>
                <a:tc>
                  <a:txBody>
                    <a:bodyPr/>
                    <a:lstStyle/>
                    <a:p>
                      <a:pPr marL="0" indent="0" algn="r">
                        <a:buNone/>
                      </a:pPr>
                      <a:r>
                        <a:rPr sz="1400" lang="es-MX">
                          <a:solidFill>
                            <a:srgbClr val="FFFFFF"/>
                          </a:solidFill>
                        </a:rPr>
                        <a:t>0.400</a:t>
                      </a:r>
                    </a:p>
                  </a:txBody>
                  <a:tcPr anchor="ctr" marL="64008" marR="64008" marT="18288" marB="18288"/>
                </a:tc>
                <a:tc>
                  <a:txBody>
                    <a:bodyPr/>
                    <a:lstStyle/>
                    <a:p>
                      <a:pPr marL="0" indent="0" algn="r">
                        <a:buNone/>
                      </a:pPr>
                      <a:r>
                        <a:rPr sz="1400" lang="es-MX">
                          <a:solidFill>
                            <a:srgbClr val="FFFFFF"/>
                          </a:solidFill>
                        </a:rPr>
                        <a:t>0.393</a:t>
                      </a:r>
                    </a:p>
                  </a:txBody>
                  <a:tcPr anchor="ctr" marL="64008" marR="64008" marT="18288" marB="18288"/>
                </a:tc>
                <a:tc>
                  <a:txBody>
                    <a:bodyPr/>
                    <a:lstStyle/>
                    <a:p>
                      <a:pPr marL="0" indent="0" algn="r">
                        <a:buNone/>
                      </a:pPr>
                      <a:r>
                        <a:rPr sz="1400" lang="es-MX">
                          <a:solidFill>
                            <a:srgbClr val="FFFFFF"/>
                          </a:solidFill>
                        </a:rPr>
                        <a:t>28</a:t>
                      </a:r>
                    </a:p>
                  </a:txBody>
                  <a:tcPr anchor="ctr" marL="64008" marR="64008" marT="18288" marB="18288"/>
                </a:tc>
                <a:tc>
                  <a:txBody>
                    <a:bodyPr/>
                    <a:lstStyle/>
                    <a:p>
                      <a:pPr marL="0" indent="0" algn="r">
                        <a:buNone/>
                      </a:pPr>
                      <a:r>
                        <a:rPr sz="1400" lang="es-MX">
                          <a:solidFill>
                            <a:srgbClr val="FFFFFF"/>
                          </a:solidFill>
                        </a:rPr>
                        <a:t>0.338</a:t>
                      </a:r>
                    </a:p>
                  </a:txBody>
                  <a:tcPr anchor="ctr" marL="64008" marR="64008" marT="18288" marB="18288"/>
                </a:tc>
              </a:tr>
            </a:tbl>
          </a:graphicData>
        </a:graphic>
      </p:graphicFrame>
      <p:sp>
        <p:nvSpPr>
          <p:cNvPr id="4" name="Marcador de número de diapositiva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es-ES"/>
            </a:defPPr>
          </a:lstStyle>
          <a:p>
            <a:pPr rtl="0"/>
            <a:fld id="{CBD12358-51D2-46B3-9BDE-DF29528B9454}" type="slidenum">
              <a:rPr lang="es-ES" smtClean="0"/>
              <a:t>‹Nº›</a:t>
            </a:fld>
            <a:endParaRPr lang="es-ES" dirty="0"/>
          </a:p>
        </p:txBody>
      </p:sp>
    </p:spTree>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713516_win32_SL_V10" id="{E46C2CD7-2554-477F-A8C8-CFF94EB09A28}" vid="{537905CE-FEA4-4496-8A76-17AAC9F79BF7}"/>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342EE1-43E5-4AFB-895D-B61B9656DC14}">
  <ds:schemaRefs>
    <ds:schemaRef ds:uri="http://schemas.microsoft.com/office/2006/documentManagement/types"/>
    <ds:schemaRef ds:uri="http://schemas.microsoft.com/sharepoint/v3"/>
    <ds:schemaRef ds:uri="http://purl.org/dc/dcmitype/"/>
    <ds:schemaRef ds:uri="http://purl.org/dc/elements/1.1/"/>
    <ds:schemaRef ds:uri="http://purl.org/dc/terms/"/>
    <ds:schemaRef ds:uri="http://schemas.microsoft.com/office/infopath/2007/PartnerControls"/>
    <ds:schemaRef ds:uri="http://schemas.microsoft.com/office/2006/metadata/properties"/>
    <ds:schemaRef ds:uri="http://www.w3.org/XML/1998/namespace"/>
    <ds:schemaRef ds:uri="http://schemas.openxmlformats.org/package/2006/metadata/core-properties"/>
    <ds:schemaRef ds:uri="230e9df3-be65-4c73-a93b-d1236ebd677e"/>
    <ds:schemaRef ds:uri="16c05727-aa75-4e4a-9b5f-8a80a1165891"/>
    <ds:schemaRef ds:uri="71af3243-3dd4-4a8d-8c0d-dd76da1f02a5"/>
  </ds:schemaRefs>
</ds:datastoreItem>
</file>

<file path=customXml/itemProps2.xml><?xml version="1.0" encoding="utf-8"?>
<ds:datastoreItem xmlns:ds="http://schemas.openxmlformats.org/officeDocument/2006/customXml" ds:itemID="{797783A8-901D-4F73-81D7-AA6841BEB3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F49CD38-5B57-4682-9FCE-B9174068D0A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491</Words>
  <Application>Microsoft Office PowerPoint</Application>
  <PresentationFormat>Panorámica</PresentationFormat>
  <Paragraphs>123</Paragraphs>
  <Slides>13</Slides>
  <Notes>13</Notes>
  <HiddenSlides>0</HiddenSlides>
  <MMClips>0</MMClips>
  <ScaleCrop>false</ScaleCrop>
  <HeadingPairs>
    <vt:vector size="4" baseType="variant">
      <vt:variant>
        <vt:lpstr>Tema</vt:lpstr>
      </vt:variant>
      <vt:variant>
        <vt:i4>1</vt:i4>
      </vt:variant>
      <vt:variant>
        <vt:lpstr>Títulos de diapositiva</vt:lpstr>
      </vt:variant>
      <vt:variant>
        <vt:i4>13</vt:i4>
      </vt:variant>
    </vt:vector>
  </HeadingPairs>
  <TitlesOfParts>
    <vt:vector size="14" baseType="lpstr">
      <vt:lpstr>3DFloatVTI</vt:lpstr>
      <vt:lpstr>Presentación básica</vt:lpstr>
      <vt:lpstr>Agenda</vt:lpstr>
      <vt:lpstr>El poder de la comunicación</vt:lpstr>
      <vt:lpstr>Superar el nerviosismo</vt:lpstr>
      <vt:lpstr>Atraer al público</vt:lpstr>
      <vt:lpstr>Selección de ayudas visuales</vt:lpstr>
      <vt:lpstr>Técnicas de presentación efectivas</vt:lpstr>
      <vt:lpstr>Navegar por las sesiones de Preguntas y respuestas</vt:lpstr>
      <vt:lpstr>Impacto en el habla</vt:lpstr>
      <vt:lpstr>Presentación dinámica</vt:lpstr>
      <vt:lpstr>Sugerencias finales y puntos de vista</vt:lpstr>
      <vt:lpstr>Métricas de interacción de habla</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2026-10-04T23:07:54Z</dcterms:created>
  <dcterms:modified xsi:type="dcterms:W3CDTF">2026-10-04T23:08:06Z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